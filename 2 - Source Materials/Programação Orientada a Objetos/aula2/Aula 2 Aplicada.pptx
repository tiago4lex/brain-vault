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294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E81666-26E9-497B-9CF8-CEBEAA339C2D}" v="2" dt="2025-02-26T18:10:49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 Orlando Nunes De Almeida" userId="1de6bd90-1d5d-4bf3-8afa-aad2e4a9679f" providerId="ADAL" clId="{34D31466-EAE7-4779-84E2-94F246B8B610}"/>
    <pc:docChg chg="undo custSel addSld delSld modSld sldOrd">
      <pc:chgData name="Diogo Orlando Nunes De Almeida" userId="1de6bd90-1d5d-4bf3-8afa-aad2e4a9679f" providerId="ADAL" clId="{34D31466-EAE7-4779-84E2-94F246B8B610}" dt="2025-02-20T19:58:26.915" v="4871" actId="1076"/>
      <pc:docMkLst>
        <pc:docMk/>
      </pc:docMkLst>
      <pc:sldChg chg="modSp new mod">
        <pc:chgData name="Diogo Orlando Nunes De Almeida" userId="1de6bd90-1d5d-4bf3-8afa-aad2e4a9679f" providerId="ADAL" clId="{34D31466-EAE7-4779-84E2-94F246B8B610}" dt="2025-02-20T19:52:01.614" v="4526" actId="20577"/>
        <pc:sldMkLst>
          <pc:docMk/>
          <pc:sldMk cId="3363430590" sldId="256"/>
        </pc:sldMkLst>
        <pc:spChg chg="mod">
          <ac:chgData name="Diogo Orlando Nunes De Almeida" userId="1de6bd90-1d5d-4bf3-8afa-aad2e4a9679f" providerId="ADAL" clId="{34D31466-EAE7-4779-84E2-94F246B8B610}" dt="2025-02-10T12:19:22.749" v="34" actId="20577"/>
          <ac:spMkLst>
            <pc:docMk/>
            <pc:sldMk cId="3363430590" sldId="256"/>
            <ac:spMk id="2" creationId="{5CFCA21B-F494-D665-CDB2-0716B3CAA72C}"/>
          </ac:spMkLst>
        </pc:spChg>
        <pc:spChg chg="mod">
          <ac:chgData name="Diogo Orlando Nunes De Almeida" userId="1de6bd90-1d5d-4bf3-8afa-aad2e4a9679f" providerId="ADAL" clId="{34D31466-EAE7-4779-84E2-94F246B8B610}" dt="2025-02-20T19:52:01.614" v="4526" actId="20577"/>
          <ac:spMkLst>
            <pc:docMk/>
            <pc:sldMk cId="3363430590" sldId="256"/>
            <ac:spMk id="3" creationId="{86C71F16-022A-6D1F-2732-974069EEF51C}"/>
          </ac:spMkLst>
        </pc:spChg>
      </pc:sldChg>
      <pc:sldChg chg="modSp new del mod">
        <pc:chgData name="Diogo Orlando Nunes De Almeida" userId="1de6bd90-1d5d-4bf3-8afa-aad2e4a9679f" providerId="ADAL" clId="{34D31466-EAE7-4779-84E2-94F246B8B610}" dt="2025-02-20T19:52:11.392" v="4529" actId="2696"/>
        <pc:sldMkLst>
          <pc:docMk/>
          <pc:sldMk cId="1623060528" sldId="257"/>
        </pc:sldMkLst>
      </pc:sldChg>
      <pc:sldChg chg="add del ord">
        <pc:chgData name="Diogo Orlando Nunes De Almeida" userId="1de6bd90-1d5d-4bf3-8afa-aad2e4a9679f" providerId="ADAL" clId="{34D31466-EAE7-4779-84E2-94F246B8B610}" dt="2025-02-20T19:52:06.579" v="4527" actId="2696"/>
        <pc:sldMkLst>
          <pc:docMk/>
          <pc:sldMk cId="120940579" sldId="258"/>
        </pc:sldMkLst>
      </pc:sldChg>
      <pc:sldChg chg="modSp add del mod">
        <pc:chgData name="Diogo Orlando Nunes De Almeida" userId="1de6bd90-1d5d-4bf3-8afa-aad2e4a9679f" providerId="ADAL" clId="{34D31466-EAE7-4779-84E2-94F246B8B610}" dt="2025-02-20T19:52:09.431" v="4528" actId="2696"/>
        <pc:sldMkLst>
          <pc:docMk/>
          <pc:sldMk cId="1839324206" sldId="261"/>
        </pc:sldMkLst>
      </pc:sldChg>
      <pc:sldChg chg="addSp delSp modSp new del mod">
        <pc:chgData name="Diogo Orlando Nunes De Almeida" userId="1de6bd90-1d5d-4bf3-8afa-aad2e4a9679f" providerId="ADAL" clId="{34D31466-EAE7-4779-84E2-94F246B8B610}" dt="2025-02-12T15:37:11.496" v="4311" actId="2696"/>
        <pc:sldMkLst>
          <pc:docMk/>
          <pc:sldMk cId="622748842" sldId="262"/>
        </pc:sldMkLst>
      </pc:sldChg>
      <pc:sldChg chg="modSp new del mod">
        <pc:chgData name="Diogo Orlando Nunes De Almeida" userId="1de6bd90-1d5d-4bf3-8afa-aad2e4a9679f" providerId="ADAL" clId="{34D31466-EAE7-4779-84E2-94F246B8B610}" dt="2025-02-20T19:52:13.643" v="4530" actId="2696"/>
        <pc:sldMkLst>
          <pc:docMk/>
          <pc:sldMk cId="1362426529" sldId="263"/>
        </pc:sldMkLst>
      </pc:sldChg>
      <pc:sldChg chg="addSp modSp new del mod">
        <pc:chgData name="Diogo Orlando Nunes De Almeida" userId="1de6bd90-1d5d-4bf3-8afa-aad2e4a9679f" providerId="ADAL" clId="{34D31466-EAE7-4779-84E2-94F246B8B610}" dt="2025-02-20T19:52:22.399" v="4534" actId="2696"/>
        <pc:sldMkLst>
          <pc:docMk/>
          <pc:sldMk cId="3996913771" sldId="264"/>
        </pc:sldMkLst>
      </pc:sldChg>
      <pc:sldChg chg="modSp new del mod">
        <pc:chgData name="Diogo Orlando Nunes De Almeida" userId="1de6bd90-1d5d-4bf3-8afa-aad2e4a9679f" providerId="ADAL" clId="{34D31466-EAE7-4779-84E2-94F246B8B610}" dt="2025-02-20T19:52:15.737" v="4531" actId="2696"/>
        <pc:sldMkLst>
          <pc:docMk/>
          <pc:sldMk cId="2560593349" sldId="265"/>
        </pc:sldMkLst>
      </pc:sldChg>
      <pc:sldChg chg="addSp delSp modSp new del mod">
        <pc:chgData name="Diogo Orlando Nunes De Almeida" userId="1de6bd90-1d5d-4bf3-8afa-aad2e4a9679f" providerId="ADAL" clId="{34D31466-EAE7-4779-84E2-94F246B8B610}" dt="2025-02-20T19:52:17.750" v="4532" actId="2696"/>
        <pc:sldMkLst>
          <pc:docMk/>
          <pc:sldMk cId="2506288223" sldId="266"/>
        </pc:sldMkLst>
      </pc:sldChg>
      <pc:sldChg chg="modSp new del mod">
        <pc:chgData name="Diogo Orlando Nunes De Almeida" userId="1de6bd90-1d5d-4bf3-8afa-aad2e4a9679f" providerId="ADAL" clId="{34D31466-EAE7-4779-84E2-94F246B8B610}" dt="2025-02-20T19:52:19.701" v="4533" actId="2696"/>
        <pc:sldMkLst>
          <pc:docMk/>
          <pc:sldMk cId="554943200" sldId="267"/>
        </pc:sldMkLst>
      </pc:sldChg>
      <pc:sldChg chg="modSp new del mod">
        <pc:chgData name="Diogo Orlando Nunes De Almeida" userId="1de6bd90-1d5d-4bf3-8afa-aad2e4a9679f" providerId="ADAL" clId="{34D31466-EAE7-4779-84E2-94F246B8B610}" dt="2025-02-10T19:14:43.908" v="1167" actId="2696"/>
        <pc:sldMkLst>
          <pc:docMk/>
          <pc:sldMk cId="1204935289" sldId="267"/>
        </pc:sldMkLst>
      </pc:sldChg>
      <pc:sldChg chg="modSp new mod">
        <pc:chgData name="Diogo Orlando Nunes De Almeida" userId="1de6bd90-1d5d-4bf3-8afa-aad2e4a9679f" providerId="ADAL" clId="{34D31466-EAE7-4779-84E2-94F246B8B610}" dt="2025-02-10T19:52:04.754" v="2645" actId="20577"/>
        <pc:sldMkLst>
          <pc:docMk/>
          <pc:sldMk cId="2778726426" sldId="268"/>
        </pc:sldMkLst>
      </pc:sldChg>
      <pc:sldChg chg="modSp new del mod">
        <pc:chgData name="Diogo Orlando Nunes De Almeida" userId="1de6bd90-1d5d-4bf3-8afa-aad2e4a9679f" providerId="ADAL" clId="{34D31466-EAE7-4779-84E2-94F246B8B610}" dt="2025-02-20T19:52:25.036" v="4535" actId="2696"/>
        <pc:sldMkLst>
          <pc:docMk/>
          <pc:sldMk cId="2098748849" sldId="269"/>
        </pc:sldMkLst>
      </pc:sldChg>
      <pc:sldChg chg="del">
        <pc:chgData name="Diogo Orlando Nunes De Almeida" userId="1de6bd90-1d5d-4bf3-8afa-aad2e4a9679f" providerId="ADAL" clId="{34D31466-EAE7-4779-84E2-94F246B8B610}" dt="2025-02-20T19:52:28.176" v="4536" actId="2696"/>
        <pc:sldMkLst>
          <pc:docMk/>
          <pc:sldMk cId="1814832755" sldId="270"/>
        </pc:sldMkLst>
      </pc:sldChg>
      <pc:sldChg chg="del">
        <pc:chgData name="Diogo Orlando Nunes De Almeida" userId="1de6bd90-1d5d-4bf3-8afa-aad2e4a9679f" providerId="ADAL" clId="{34D31466-EAE7-4779-84E2-94F246B8B610}" dt="2025-02-20T19:52:31.877" v="4537" actId="2696"/>
        <pc:sldMkLst>
          <pc:docMk/>
          <pc:sldMk cId="836319863" sldId="271"/>
        </pc:sldMkLst>
      </pc:sldChg>
      <pc:sldChg chg="del">
        <pc:chgData name="Diogo Orlando Nunes De Almeida" userId="1de6bd90-1d5d-4bf3-8afa-aad2e4a9679f" providerId="ADAL" clId="{34D31466-EAE7-4779-84E2-94F246B8B610}" dt="2025-02-20T19:52:35.419" v="4538" actId="2696"/>
        <pc:sldMkLst>
          <pc:docMk/>
          <pc:sldMk cId="2330106027" sldId="272"/>
        </pc:sldMkLst>
      </pc:sldChg>
      <pc:sldChg chg="del">
        <pc:chgData name="Diogo Orlando Nunes De Almeida" userId="1de6bd90-1d5d-4bf3-8afa-aad2e4a9679f" providerId="ADAL" clId="{34D31466-EAE7-4779-84E2-94F246B8B610}" dt="2025-02-20T19:52:37.890" v="4539" actId="2696"/>
        <pc:sldMkLst>
          <pc:docMk/>
          <pc:sldMk cId="1417773069" sldId="273"/>
        </pc:sldMkLst>
      </pc:sldChg>
      <pc:sldChg chg="del">
        <pc:chgData name="Diogo Orlando Nunes De Almeida" userId="1de6bd90-1d5d-4bf3-8afa-aad2e4a9679f" providerId="ADAL" clId="{34D31466-EAE7-4779-84E2-94F246B8B610}" dt="2025-02-20T19:52:45.824" v="4540" actId="2696"/>
        <pc:sldMkLst>
          <pc:docMk/>
          <pc:sldMk cId="2639336752" sldId="274"/>
        </pc:sldMkLst>
      </pc:sldChg>
      <pc:sldChg chg="del">
        <pc:chgData name="Diogo Orlando Nunes De Almeida" userId="1de6bd90-1d5d-4bf3-8afa-aad2e4a9679f" providerId="ADAL" clId="{34D31466-EAE7-4779-84E2-94F246B8B610}" dt="2025-02-20T19:52:48.640" v="4541" actId="2696"/>
        <pc:sldMkLst>
          <pc:docMk/>
          <pc:sldMk cId="1562828966" sldId="275"/>
        </pc:sldMkLst>
      </pc:sldChg>
      <pc:sldChg chg="del">
        <pc:chgData name="Diogo Orlando Nunes De Almeida" userId="1de6bd90-1d5d-4bf3-8afa-aad2e4a9679f" providerId="ADAL" clId="{34D31466-EAE7-4779-84E2-94F246B8B610}" dt="2025-02-20T19:52:50.705" v="4542" actId="2696"/>
        <pc:sldMkLst>
          <pc:docMk/>
          <pc:sldMk cId="2431104698" sldId="276"/>
        </pc:sldMkLst>
      </pc:sldChg>
      <pc:sldChg chg="del">
        <pc:chgData name="Diogo Orlando Nunes De Almeida" userId="1de6bd90-1d5d-4bf3-8afa-aad2e4a9679f" providerId="ADAL" clId="{34D31466-EAE7-4779-84E2-94F246B8B610}" dt="2025-02-20T19:52:54.028" v="4543" actId="2696"/>
        <pc:sldMkLst>
          <pc:docMk/>
          <pc:sldMk cId="2047732952" sldId="277"/>
        </pc:sldMkLst>
      </pc:sldChg>
      <pc:sldChg chg="modSp del mod">
        <pc:chgData name="Diogo Orlando Nunes De Almeida" userId="1de6bd90-1d5d-4bf3-8afa-aad2e4a9679f" providerId="ADAL" clId="{34D31466-EAE7-4779-84E2-94F246B8B610}" dt="2025-02-20T19:53:00.288" v="4545" actId="2696"/>
        <pc:sldMkLst>
          <pc:docMk/>
          <pc:sldMk cId="1090538809" sldId="278"/>
        </pc:sldMkLst>
      </pc:sldChg>
      <pc:sldChg chg="modSp new del mod">
        <pc:chgData name="Diogo Orlando Nunes De Almeida" userId="1de6bd90-1d5d-4bf3-8afa-aad2e4a9679f" providerId="ADAL" clId="{34D31466-EAE7-4779-84E2-94F246B8B610}" dt="2025-02-20T19:53:02.180" v="4546" actId="2696"/>
        <pc:sldMkLst>
          <pc:docMk/>
          <pc:sldMk cId="1720185755" sldId="279"/>
        </pc:sldMkLst>
      </pc:sldChg>
      <pc:sldChg chg="addSp delSp modSp new mod">
        <pc:chgData name="Diogo Orlando Nunes De Almeida" userId="1de6bd90-1d5d-4bf3-8afa-aad2e4a9679f" providerId="ADAL" clId="{34D31466-EAE7-4779-84E2-94F246B8B610}" dt="2025-02-20T19:58:26.915" v="4871" actId="1076"/>
        <pc:sldMkLst>
          <pc:docMk/>
          <pc:sldMk cId="1353272675" sldId="281"/>
        </pc:sldMkLst>
      </pc:sldChg>
      <pc:sldChg chg="modSp new mod">
        <pc:chgData name="Diogo Orlando Nunes De Almeida" userId="1de6bd90-1d5d-4bf3-8afa-aad2e4a9679f" providerId="ADAL" clId="{34D31466-EAE7-4779-84E2-94F246B8B610}" dt="2025-02-20T19:56:31.088" v="4686"/>
        <pc:sldMkLst>
          <pc:docMk/>
          <pc:sldMk cId="4259244020" sldId="282"/>
        </pc:sldMkLst>
      </pc:sldChg>
    </pc:docChg>
  </pc:docChgLst>
  <pc:docChgLst>
    <pc:chgData name="Diogo Orlando Nunes De Almeida" userId="1de6bd90-1d5d-4bf3-8afa-aad2e4a9679f" providerId="ADAL" clId="{1D8569C5-0165-45F2-9B21-71C5D9B264CC}"/>
    <pc:docChg chg="undo custSel addSld delSld modSld sldOrd">
      <pc:chgData name="Diogo Orlando Nunes De Almeida" userId="1de6bd90-1d5d-4bf3-8afa-aad2e4a9679f" providerId="ADAL" clId="{1D8569C5-0165-45F2-9B21-71C5D9B264CC}" dt="2025-02-24T12:47:06.866" v="5277" actId="20577"/>
      <pc:docMkLst>
        <pc:docMk/>
      </pc:docMkLst>
      <pc:sldChg chg="modSp mod">
        <pc:chgData name="Diogo Orlando Nunes De Almeida" userId="1de6bd90-1d5d-4bf3-8afa-aad2e4a9679f" providerId="ADAL" clId="{1D8569C5-0165-45F2-9B21-71C5D9B264CC}" dt="2025-02-23T19:23:08.187" v="563" actId="113"/>
        <pc:sldMkLst>
          <pc:docMk/>
          <pc:sldMk cId="2729654829" sldId="280"/>
        </pc:sldMkLst>
      </pc:sldChg>
      <pc:sldChg chg="del">
        <pc:chgData name="Diogo Orlando Nunes De Almeida" userId="1de6bd90-1d5d-4bf3-8afa-aad2e4a9679f" providerId="ADAL" clId="{1D8569C5-0165-45F2-9B21-71C5D9B264CC}" dt="2025-02-23T16:35:21" v="0" actId="2696"/>
        <pc:sldMkLst>
          <pc:docMk/>
          <pc:sldMk cId="1353272675" sldId="281"/>
        </pc:sldMkLst>
      </pc:sldChg>
      <pc:sldChg chg="modSp new mod ord">
        <pc:chgData name="Diogo Orlando Nunes De Almeida" userId="1de6bd90-1d5d-4bf3-8afa-aad2e4a9679f" providerId="ADAL" clId="{1D8569C5-0165-45F2-9B21-71C5D9B264CC}" dt="2025-02-23T19:25:59.177" v="623"/>
        <pc:sldMkLst>
          <pc:docMk/>
          <pc:sldMk cId="4289006841" sldId="281"/>
        </pc:sldMkLst>
      </pc:sldChg>
      <pc:sldChg chg="modSp new mod">
        <pc:chgData name="Diogo Orlando Nunes De Almeida" userId="1de6bd90-1d5d-4bf3-8afa-aad2e4a9679f" providerId="ADAL" clId="{1D8569C5-0165-45F2-9B21-71C5D9B264CC}" dt="2025-02-23T19:30:45.320" v="886" actId="20577"/>
        <pc:sldMkLst>
          <pc:docMk/>
          <pc:sldMk cId="1845447834" sldId="282"/>
        </pc:sldMkLst>
      </pc:sldChg>
      <pc:sldChg chg="del">
        <pc:chgData name="Diogo Orlando Nunes De Almeida" userId="1de6bd90-1d5d-4bf3-8afa-aad2e4a9679f" providerId="ADAL" clId="{1D8569C5-0165-45F2-9B21-71C5D9B264CC}" dt="2025-02-23T16:35:24.069" v="1" actId="2696"/>
        <pc:sldMkLst>
          <pc:docMk/>
          <pc:sldMk cId="4259244020" sldId="282"/>
        </pc:sldMkLst>
      </pc:sldChg>
      <pc:sldChg chg="addSp modSp new mod">
        <pc:chgData name="Diogo Orlando Nunes De Almeida" userId="1de6bd90-1d5d-4bf3-8afa-aad2e4a9679f" providerId="ADAL" clId="{1D8569C5-0165-45F2-9B21-71C5D9B264CC}" dt="2025-02-23T20:05:07.269" v="1125" actId="1076"/>
        <pc:sldMkLst>
          <pc:docMk/>
          <pc:sldMk cId="1149195718" sldId="283"/>
        </pc:sldMkLst>
      </pc:sldChg>
      <pc:sldChg chg="addSp delSp modSp new mod">
        <pc:chgData name="Diogo Orlando Nunes De Almeida" userId="1de6bd90-1d5d-4bf3-8afa-aad2e4a9679f" providerId="ADAL" clId="{1D8569C5-0165-45F2-9B21-71C5D9B264CC}" dt="2025-02-23T21:19:54.603" v="2318" actId="20577"/>
        <pc:sldMkLst>
          <pc:docMk/>
          <pc:sldMk cId="2745317873" sldId="284"/>
        </pc:sldMkLst>
      </pc:sldChg>
      <pc:sldChg chg="addSp modSp new mod">
        <pc:chgData name="Diogo Orlando Nunes De Almeida" userId="1de6bd90-1d5d-4bf3-8afa-aad2e4a9679f" providerId="ADAL" clId="{1D8569C5-0165-45F2-9B21-71C5D9B264CC}" dt="2025-02-23T20:28:42.300" v="1596" actId="1076"/>
        <pc:sldMkLst>
          <pc:docMk/>
          <pc:sldMk cId="2924511494" sldId="285"/>
        </pc:sldMkLst>
      </pc:sldChg>
      <pc:sldChg chg="addSp delSp modSp new mod">
        <pc:chgData name="Diogo Orlando Nunes De Almeida" userId="1de6bd90-1d5d-4bf3-8afa-aad2e4a9679f" providerId="ADAL" clId="{1D8569C5-0165-45F2-9B21-71C5D9B264CC}" dt="2025-02-23T21:11:29.302" v="2309" actId="20577"/>
        <pc:sldMkLst>
          <pc:docMk/>
          <pc:sldMk cId="1939850720" sldId="286"/>
        </pc:sldMkLst>
      </pc:sldChg>
      <pc:sldChg chg="modSp new mod">
        <pc:chgData name="Diogo Orlando Nunes De Almeida" userId="1de6bd90-1d5d-4bf3-8afa-aad2e4a9679f" providerId="ADAL" clId="{1D8569C5-0165-45F2-9B21-71C5D9B264CC}" dt="2025-02-23T22:07:27.069" v="2641" actId="14100"/>
        <pc:sldMkLst>
          <pc:docMk/>
          <pc:sldMk cId="3711811539" sldId="287"/>
        </pc:sldMkLst>
      </pc:sldChg>
      <pc:sldChg chg="addSp delSp modSp new mod">
        <pc:chgData name="Diogo Orlando Nunes De Almeida" userId="1de6bd90-1d5d-4bf3-8afa-aad2e4a9679f" providerId="ADAL" clId="{1D8569C5-0165-45F2-9B21-71C5D9B264CC}" dt="2025-02-23T22:51:02.512" v="3319" actId="1076"/>
        <pc:sldMkLst>
          <pc:docMk/>
          <pc:sldMk cId="4128808528" sldId="288"/>
        </pc:sldMkLst>
      </pc:sldChg>
      <pc:sldChg chg="addSp modSp new mod">
        <pc:chgData name="Diogo Orlando Nunes De Almeida" userId="1de6bd90-1d5d-4bf3-8afa-aad2e4a9679f" providerId="ADAL" clId="{1D8569C5-0165-45F2-9B21-71C5D9B264CC}" dt="2025-02-23T23:34:48.388" v="3776" actId="20577"/>
        <pc:sldMkLst>
          <pc:docMk/>
          <pc:sldMk cId="2088121671" sldId="289"/>
        </pc:sldMkLst>
      </pc:sldChg>
      <pc:sldChg chg="addSp modSp new mod">
        <pc:chgData name="Diogo Orlando Nunes De Almeida" userId="1de6bd90-1d5d-4bf3-8afa-aad2e4a9679f" providerId="ADAL" clId="{1D8569C5-0165-45F2-9B21-71C5D9B264CC}" dt="2025-02-23T23:37:21.223" v="4018" actId="1076"/>
        <pc:sldMkLst>
          <pc:docMk/>
          <pc:sldMk cId="3197504845" sldId="290"/>
        </pc:sldMkLst>
      </pc:sldChg>
      <pc:sldChg chg="addSp modSp new mod">
        <pc:chgData name="Diogo Orlando Nunes De Almeida" userId="1de6bd90-1d5d-4bf3-8afa-aad2e4a9679f" providerId="ADAL" clId="{1D8569C5-0165-45F2-9B21-71C5D9B264CC}" dt="2025-02-23T23:40:15.782" v="4316" actId="20577"/>
        <pc:sldMkLst>
          <pc:docMk/>
          <pc:sldMk cId="3985940690" sldId="291"/>
        </pc:sldMkLst>
      </pc:sldChg>
      <pc:sldChg chg="addSp modSp new mod">
        <pc:chgData name="Diogo Orlando Nunes De Almeida" userId="1de6bd90-1d5d-4bf3-8afa-aad2e4a9679f" providerId="ADAL" clId="{1D8569C5-0165-45F2-9B21-71C5D9B264CC}" dt="2025-02-23T23:46:12.995" v="4801" actId="20577"/>
        <pc:sldMkLst>
          <pc:docMk/>
          <pc:sldMk cId="1533820034" sldId="292"/>
        </pc:sldMkLst>
      </pc:sldChg>
      <pc:sldChg chg="addSp modSp new mod">
        <pc:chgData name="Diogo Orlando Nunes De Almeida" userId="1de6bd90-1d5d-4bf3-8afa-aad2e4a9679f" providerId="ADAL" clId="{1D8569C5-0165-45F2-9B21-71C5D9B264CC}" dt="2025-02-23T23:42:53.876" v="4460" actId="1076"/>
        <pc:sldMkLst>
          <pc:docMk/>
          <pc:sldMk cId="1825305955" sldId="293"/>
        </pc:sldMkLst>
      </pc:sldChg>
      <pc:sldChg chg="modSp new mod">
        <pc:chgData name="Diogo Orlando Nunes De Almeida" userId="1de6bd90-1d5d-4bf3-8afa-aad2e4a9679f" providerId="ADAL" clId="{1D8569C5-0165-45F2-9B21-71C5D9B264CC}" dt="2025-02-24T12:47:06.866" v="5277" actId="20577"/>
        <pc:sldMkLst>
          <pc:docMk/>
          <pc:sldMk cId="2311818489" sldId="294"/>
        </pc:sldMkLst>
        <pc:spChg chg="mod">
          <ac:chgData name="Diogo Orlando Nunes De Almeida" userId="1de6bd90-1d5d-4bf3-8afa-aad2e4a9679f" providerId="ADAL" clId="{1D8569C5-0165-45F2-9B21-71C5D9B264CC}" dt="2025-02-23T23:48:19.119" v="4814" actId="20577"/>
          <ac:spMkLst>
            <pc:docMk/>
            <pc:sldMk cId="2311818489" sldId="294"/>
            <ac:spMk id="2" creationId="{F889C896-DF35-CB26-F7AB-5C2BB56BAD3B}"/>
          </ac:spMkLst>
        </pc:spChg>
        <pc:spChg chg="mod">
          <ac:chgData name="Diogo Orlando Nunes De Almeida" userId="1de6bd90-1d5d-4bf3-8afa-aad2e4a9679f" providerId="ADAL" clId="{1D8569C5-0165-45F2-9B21-71C5D9B264CC}" dt="2025-02-24T12:47:06.866" v="5277" actId="20577"/>
          <ac:spMkLst>
            <pc:docMk/>
            <pc:sldMk cId="2311818489" sldId="294"/>
            <ac:spMk id="3" creationId="{B2097304-1DC8-A271-651B-2D966C4180AB}"/>
          </ac:spMkLst>
        </pc:spChg>
      </pc:sldChg>
      <pc:sldChg chg="modSp new mod">
        <pc:chgData name="Diogo Orlando Nunes De Almeida" userId="1de6bd90-1d5d-4bf3-8afa-aad2e4a9679f" providerId="ADAL" clId="{1D8569C5-0165-45F2-9B21-71C5D9B264CC}" dt="2025-02-23T23:49:47.840" v="4966" actId="1076"/>
        <pc:sldMkLst>
          <pc:docMk/>
          <pc:sldMk cId="803168336" sldId="295"/>
        </pc:sldMkLst>
      </pc:sldChg>
    </pc:docChg>
  </pc:docChgLst>
  <pc:docChgLst>
    <pc:chgData name="Diogo Orlando Nunes De Almeida" userId="1de6bd90-1d5d-4bf3-8afa-aad2e4a9679f" providerId="ADAL" clId="{8D988709-1FAC-48A5-A296-9753DF77CF7E}"/>
    <pc:docChg chg="undo custSel addSld delSld modSld">
      <pc:chgData name="Diogo Orlando Nunes De Almeida" userId="1de6bd90-1d5d-4bf3-8afa-aad2e4a9679f" providerId="ADAL" clId="{8D988709-1FAC-48A5-A296-9753DF77CF7E}" dt="2025-02-14T00:58:27.946" v="179" actId="2696"/>
      <pc:docMkLst>
        <pc:docMk/>
      </pc:docMkLst>
      <pc:sldChg chg="modSp mod">
        <pc:chgData name="Diogo Orlando Nunes De Almeida" userId="1de6bd90-1d5d-4bf3-8afa-aad2e4a9679f" providerId="ADAL" clId="{8D988709-1FAC-48A5-A296-9753DF77CF7E}" dt="2025-02-14T00:53:12.152" v="0"/>
        <pc:sldMkLst>
          <pc:docMk/>
          <pc:sldMk cId="1839324206" sldId="261"/>
        </pc:sldMkLst>
      </pc:sldChg>
      <pc:sldChg chg="modSp mod">
        <pc:chgData name="Diogo Orlando Nunes De Almeida" userId="1de6bd90-1d5d-4bf3-8afa-aad2e4a9679f" providerId="ADAL" clId="{8D988709-1FAC-48A5-A296-9753DF77CF7E}" dt="2025-02-14T00:54:13.788" v="23"/>
        <pc:sldMkLst>
          <pc:docMk/>
          <pc:sldMk cId="2560593349" sldId="265"/>
        </pc:sldMkLst>
      </pc:sldChg>
      <pc:sldChg chg="del">
        <pc:chgData name="Diogo Orlando Nunes De Almeida" userId="1de6bd90-1d5d-4bf3-8afa-aad2e4a9679f" providerId="ADAL" clId="{8D988709-1FAC-48A5-A296-9753DF77CF7E}" dt="2025-02-14T00:58:27.946" v="179" actId="2696"/>
        <pc:sldMkLst>
          <pc:docMk/>
          <pc:sldMk cId="2778726426" sldId="268"/>
        </pc:sldMkLst>
      </pc:sldChg>
      <pc:sldChg chg="modSp new mod">
        <pc:chgData name="Diogo Orlando Nunes De Almeida" userId="1de6bd90-1d5d-4bf3-8afa-aad2e4a9679f" providerId="ADAL" clId="{8D988709-1FAC-48A5-A296-9753DF77CF7E}" dt="2025-02-14T00:56:48.232" v="178" actId="20577"/>
        <pc:sldMkLst>
          <pc:docMk/>
          <pc:sldMk cId="2729654829" sldId="280"/>
        </pc:sldMkLst>
      </pc:sldChg>
    </pc:docChg>
  </pc:docChgLst>
  <pc:docChgLst>
    <pc:chgData name="Diogo Orlando Nunes De Almeida" userId="1de6bd90-1d5d-4bf3-8afa-aad2e4a9679f" providerId="ADAL" clId="{A77F5DFB-9092-4354-8120-FBBC47E0A876}"/>
    <pc:docChg chg="undo custSel addSld delSld modSld">
      <pc:chgData name="Diogo Orlando Nunes De Almeida" userId="1de6bd90-1d5d-4bf3-8afa-aad2e4a9679f" providerId="ADAL" clId="{A77F5DFB-9092-4354-8120-FBBC47E0A876}" dt="2025-02-11T00:44:39.111" v="1880" actId="6549"/>
      <pc:docMkLst>
        <pc:docMk/>
      </pc:docMkLst>
      <pc:sldChg chg="addSp delSp modSp new mod">
        <pc:chgData name="Diogo Orlando Nunes De Almeida" userId="1de6bd90-1d5d-4bf3-8afa-aad2e4a9679f" providerId="ADAL" clId="{A77F5DFB-9092-4354-8120-FBBC47E0A876}" dt="2025-02-10T22:56:40.730" v="720" actId="20577"/>
        <pc:sldMkLst>
          <pc:docMk/>
          <pc:sldMk cId="1814832755" sldId="270"/>
        </pc:sldMkLst>
      </pc:sldChg>
      <pc:sldChg chg="addSp modSp new mod">
        <pc:chgData name="Diogo Orlando Nunes De Almeida" userId="1de6bd90-1d5d-4bf3-8afa-aad2e4a9679f" providerId="ADAL" clId="{A77F5DFB-9092-4354-8120-FBBC47E0A876}" dt="2025-02-11T00:14:07.183" v="1452" actId="123"/>
        <pc:sldMkLst>
          <pc:docMk/>
          <pc:sldMk cId="836319863" sldId="271"/>
        </pc:sldMkLst>
      </pc:sldChg>
      <pc:sldChg chg="addSp modSp new mod">
        <pc:chgData name="Diogo Orlando Nunes De Almeida" userId="1de6bd90-1d5d-4bf3-8afa-aad2e4a9679f" providerId="ADAL" clId="{A77F5DFB-9092-4354-8120-FBBC47E0A876}" dt="2025-02-11T00:14:24.381" v="1455" actId="1076"/>
        <pc:sldMkLst>
          <pc:docMk/>
          <pc:sldMk cId="2330106027" sldId="272"/>
        </pc:sldMkLst>
      </pc:sldChg>
      <pc:sldChg chg="addSp modSp new mod">
        <pc:chgData name="Diogo Orlando Nunes De Almeida" userId="1de6bd90-1d5d-4bf3-8afa-aad2e4a9679f" providerId="ADAL" clId="{A77F5DFB-9092-4354-8120-FBBC47E0A876}" dt="2025-02-11T00:14:30.154" v="1456" actId="1076"/>
        <pc:sldMkLst>
          <pc:docMk/>
          <pc:sldMk cId="1417773069" sldId="273"/>
        </pc:sldMkLst>
      </pc:sldChg>
      <pc:sldChg chg="addSp modSp new mod">
        <pc:chgData name="Diogo Orlando Nunes De Almeida" userId="1de6bd90-1d5d-4bf3-8afa-aad2e4a9679f" providerId="ADAL" clId="{A77F5DFB-9092-4354-8120-FBBC47E0A876}" dt="2025-02-11T00:17:00.527" v="1460" actId="1076"/>
        <pc:sldMkLst>
          <pc:docMk/>
          <pc:sldMk cId="2639336752" sldId="274"/>
        </pc:sldMkLst>
      </pc:sldChg>
      <pc:sldChg chg="addSp delSp modSp new mod">
        <pc:chgData name="Diogo Orlando Nunes De Almeida" userId="1de6bd90-1d5d-4bf3-8afa-aad2e4a9679f" providerId="ADAL" clId="{A77F5DFB-9092-4354-8120-FBBC47E0A876}" dt="2025-02-11T00:13:56.406" v="1450" actId="123"/>
        <pc:sldMkLst>
          <pc:docMk/>
          <pc:sldMk cId="1562828966" sldId="275"/>
        </pc:sldMkLst>
      </pc:sldChg>
      <pc:sldChg chg="addSp delSp modSp new mod">
        <pc:chgData name="Diogo Orlando Nunes De Almeida" userId="1de6bd90-1d5d-4bf3-8afa-aad2e4a9679f" providerId="ADAL" clId="{A77F5DFB-9092-4354-8120-FBBC47E0A876}" dt="2025-02-11T00:34:48.235" v="1766" actId="21"/>
        <pc:sldMkLst>
          <pc:docMk/>
          <pc:sldMk cId="2431104698" sldId="276"/>
        </pc:sldMkLst>
      </pc:sldChg>
      <pc:sldChg chg="new del">
        <pc:chgData name="Diogo Orlando Nunes De Almeida" userId="1de6bd90-1d5d-4bf3-8afa-aad2e4a9679f" providerId="ADAL" clId="{A77F5DFB-9092-4354-8120-FBBC47E0A876}" dt="2025-02-10T23:52:23.926" v="1097" actId="2696"/>
        <pc:sldMkLst>
          <pc:docMk/>
          <pc:sldMk cId="3783526587" sldId="276"/>
        </pc:sldMkLst>
      </pc:sldChg>
      <pc:sldChg chg="addSp delSp modSp new mod">
        <pc:chgData name="Diogo Orlando Nunes De Almeida" userId="1de6bd90-1d5d-4bf3-8afa-aad2e4a9679f" providerId="ADAL" clId="{A77F5DFB-9092-4354-8120-FBBC47E0A876}" dt="2025-02-11T00:35:33.057" v="1772" actId="1076"/>
        <pc:sldMkLst>
          <pc:docMk/>
          <pc:sldMk cId="2047732952" sldId="277"/>
        </pc:sldMkLst>
      </pc:sldChg>
      <pc:sldChg chg="addSp delSp modSp new mod">
        <pc:chgData name="Diogo Orlando Nunes De Almeida" userId="1de6bd90-1d5d-4bf3-8afa-aad2e4a9679f" providerId="ADAL" clId="{A77F5DFB-9092-4354-8120-FBBC47E0A876}" dt="2025-02-11T00:44:39.111" v="1880" actId="6549"/>
        <pc:sldMkLst>
          <pc:docMk/>
          <pc:sldMk cId="1090538809" sldId="278"/>
        </pc:sldMkLst>
      </pc:sldChg>
    </pc:docChg>
  </pc:docChgLst>
  <pc:docChgLst>
    <pc:chgData name="Diogo Orlando Nunes De Almeida" userId="1de6bd90-1d5d-4bf3-8afa-aad2e4a9679f" providerId="ADAL" clId="{99E81666-26E9-497B-9CF8-CEBEAA339C2D}"/>
    <pc:docChg chg="undo custSel addSld delSld modSld">
      <pc:chgData name="Diogo Orlando Nunes De Almeida" userId="1de6bd90-1d5d-4bf3-8afa-aad2e4a9679f" providerId="ADAL" clId="{99E81666-26E9-497B-9CF8-CEBEAA339C2D}" dt="2025-02-27T18:24:48.825" v="4600" actId="115"/>
      <pc:docMkLst>
        <pc:docMk/>
      </pc:docMkLst>
      <pc:sldChg chg="del">
        <pc:chgData name="Diogo Orlando Nunes De Almeida" userId="1de6bd90-1d5d-4bf3-8afa-aad2e4a9679f" providerId="ADAL" clId="{99E81666-26E9-497B-9CF8-CEBEAA339C2D}" dt="2025-02-27T18:20:56.685" v="4464" actId="47"/>
        <pc:sldMkLst>
          <pc:docMk/>
          <pc:sldMk cId="2729654829" sldId="280"/>
        </pc:sldMkLst>
      </pc:sldChg>
      <pc:sldChg chg="del">
        <pc:chgData name="Diogo Orlando Nunes De Almeida" userId="1de6bd90-1d5d-4bf3-8afa-aad2e4a9679f" providerId="ADAL" clId="{99E81666-26E9-497B-9CF8-CEBEAA339C2D}" dt="2025-02-26T18:08:33.243" v="3" actId="47"/>
        <pc:sldMkLst>
          <pc:docMk/>
          <pc:sldMk cId="4289006841" sldId="281"/>
        </pc:sldMkLst>
      </pc:sldChg>
      <pc:sldChg chg="del">
        <pc:chgData name="Diogo Orlando Nunes De Almeida" userId="1de6bd90-1d5d-4bf3-8afa-aad2e4a9679f" providerId="ADAL" clId="{99E81666-26E9-497B-9CF8-CEBEAA339C2D}" dt="2025-02-26T18:08:33.780" v="4" actId="47"/>
        <pc:sldMkLst>
          <pc:docMk/>
          <pc:sldMk cId="1845447834" sldId="282"/>
        </pc:sldMkLst>
      </pc:sldChg>
      <pc:sldChg chg="del">
        <pc:chgData name="Diogo Orlando Nunes De Almeida" userId="1de6bd90-1d5d-4bf3-8afa-aad2e4a9679f" providerId="ADAL" clId="{99E81666-26E9-497B-9CF8-CEBEAA339C2D}" dt="2025-02-26T18:08:34.300" v="5" actId="47"/>
        <pc:sldMkLst>
          <pc:docMk/>
          <pc:sldMk cId="1149195718" sldId="283"/>
        </pc:sldMkLst>
      </pc:sldChg>
      <pc:sldChg chg="del">
        <pc:chgData name="Diogo Orlando Nunes De Almeida" userId="1de6bd90-1d5d-4bf3-8afa-aad2e4a9679f" providerId="ADAL" clId="{99E81666-26E9-497B-9CF8-CEBEAA339C2D}" dt="2025-02-26T18:08:34.764" v="6" actId="47"/>
        <pc:sldMkLst>
          <pc:docMk/>
          <pc:sldMk cId="2745317873" sldId="284"/>
        </pc:sldMkLst>
      </pc:sldChg>
      <pc:sldChg chg="del">
        <pc:chgData name="Diogo Orlando Nunes De Almeida" userId="1de6bd90-1d5d-4bf3-8afa-aad2e4a9679f" providerId="ADAL" clId="{99E81666-26E9-497B-9CF8-CEBEAA339C2D}" dt="2025-02-26T18:08:35.228" v="7" actId="47"/>
        <pc:sldMkLst>
          <pc:docMk/>
          <pc:sldMk cId="2924511494" sldId="285"/>
        </pc:sldMkLst>
      </pc:sldChg>
      <pc:sldChg chg="del">
        <pc:chgData name="Diogo Orlando Nunes De Almeida" userId="1de6bd90-1d5d-4bf3-8afa-aad2e4a9679f" providerId="ADAL" clId="{99E81666-26E9-497B-9CF8-CEBEAA339C2D}" dt="2025-02-26T18:08:35.631" v="8" actId="47"/>
        <pc:sldMkLst>
          <pc:docMk/>
          <pc:sldMk cId="1939850720" sldId="286"/>
        </pc:sldMkLst>
      </pc:sldChg>
      <pc:sldChg chg="del">
        <pc:chgData name="Diogo Orlando Nunes De Almeida" userId="1de6bd90-1d5d-4bf3-8afa-aad2e4a9679f" providerId="ADAL" clId="{99E81666-26E9-497B-9CF8-CEBEAA339C2D}" dt="2025-02-26T18:08:36.075" v="9" actId="47"/>
        <pc:sldMkLst>
          <pc:docMk/>
          <pc:sldMk cId="3711811539" sldId="287"/>
        </pc:sldMkLst>
      </pc:sldChg>
      <pc:sldChg chg="del">
        <pc:chgData name="Diogo Orlando Nunes De Almeida" userId="1de6bd90-1d5d-4bf3-8afa-aad2e4a9679f" providerId="ADAL" clId="{99E81666-26E9-497B-9CF8-CEBEAA339C2D}" dt="2025-02-26T18:08:36.476" v="10" actId="47"/>
        <pc:sldMkLst>
          <pc:docMk/>
          <pc:sldMk cId="4128808528" sldId="288"/>
        </pc:sldMkLst>
      </pc:sldChg>
      <pc:sldChg chg="del">
        <pc:chgData name="Diogo Orlando Nunes De Almeida" userId="1de6bd90-1d5d-4bf3-8afa-aad2e4a9679f" providerId="ADAL" clId="{99E81666-26E9-497B-9CF8-CEBEAA339C2D}" dt="2025-02-26T18:08:37.293" v="12" actId="47"/>
        <pc:sldMkLst>
          <pc:docMk/>
          <pc:sldMk cId="2088121671" sldId="289"/>
        </pc:sldMkLst>
      </pc:sldChg>
      <pc:sldChg chg="del">
        <pc:chgData name="Diogo Orlando Nunes De Almeida" userId="1de6bd90-1d5d-4bf3-8afa-aad2e4a9679f" providerId="ADAL" clId="{99E81666-26E9-497B-9CF8-CEBEAA339C2D}" dt="2025-02-26T18:08:37.733" v="13" actId="47"/>
        <pc:sldMkLst>
          <pc:docMk/>
          <pc:sldMk cId="3197504845" sldId="290"/>
        </pc:sldMkLst>
      </pc:sldChg>
      <pc:sldChg chg="del">
        <pc:chgData name="Diogo Orlando Nunes De Almeida" userId="1de6bd90-1d5d-4bf3-8afa-aad2e4a9679f" providerId="ADAL" clId="{99E81666-26E9-497B-9CF8-CEBEAA339C2D}" dt="2025-02-26T18:08:38.245" v="14" actId="47"/>
        <pc:sldMkLst>
          <pc:docMk/>
          <pc:sldMk cId="3985940690" sldId="291"/>
        </pc:sldMkLst>
      </pc:sldChg>
      <pc:sldChg chg="add del">
        <pc:chgData name="Diogo Orlando Nunes De Almeida" userId="1de6bd90-1d5d-4bf3-8afa-aad2e4a9679f" providerId="ADAL" clId="{99E81666-26E9-497B-9CF8-CEBEAA339C2D}" dt="2025-02-26T18:08:39.172" v="15" actId="47"/>
        <pc:sldMkLst>
          <pc:docMk/>
          <pc:sldMk cId="1533820034" sldId="292"/>
        </pc:sldMkLst>
      </pc:sldChg>
      <pc:sldChg chg="del">
        <pc:chgData name="Diogo Orlando Nunes De Almeida" userId="1de6bd90-1d5d-4bf3-8afa-aad2e4a9679f" providerId="ADAL" clId="{99E81666-26E9-497B-9CF8-CEBEAA339C2D}" dt="2025-02-26T18:08:36.893" v="11" actId="47"/>
        <pc:sldMkLst>
          <pc:docMk/>
          <pc:sldMk cId="1825305955" sldId="293"/>
        </pc:sldMkLst>
      </pc:sldChg>
      <pc:sldChg chg="modSp mod">
        <pc:chgData name="Diogo Orlando Nunes De Almeida" userId="1de6bd90-1d5d-4bf3-8afa-aad2e4a9679f" providerId="ADAL" clId="{99E81666-26E9-497B-9CF8-CEBEAA339C2D}" dt="2025-02-27T18:24:48.825" v="4600" actId="115"/>
        <pc:sldMkLst>
          <pc:docMk/>
          <pc:sldMk cId="2311818489" sldId="294"/>
        </pc:sldMkLst>
        <pc:spChg chg="mod">
          <ac:chgData name="Diogo Orlando Nunes De Almeida" userId="1de6bd90-1d5d-4bf3-8afa-aad2e4a9679f" providerId="ADAL" clId="{99E81666-26E9-497B-9CF8-CEBEAA339C2D}" dt="2025-02-27T18:24:48.825" v="4600" actId="115"/>
          <ac:spMkLst>
            <pc:docMk/>
            <pc:sldMk cId="2311818489" sldId="294"/>
            <ac:spMk id="3" creationId="{B2097304-1DC8-A271-651B-2D966C4180AB}"/>
          </ac:spMkLst>
        </pc:spChg>
      </pc:sldChg>
      <pc:sldChg chg="del">
        <pc:chgData name="Diogo Orlando Nunes De Almeida" userId="1de6bd90-1d5d-4bf3-8afa-aad2e4a9679f" providerId="ADAL" clId="{99E81666-26E9-497B-9CF8-CEBEAA339C2D}" dt="2025-02-26T18:08:32.487" v="2" actId="47"/>
        <pc:sldMkLst>
          <pc:docMk/>
          <pc:sldMk cId="803168336" sldId="295"/>
        </pc:sldMkLst>
      </pc:sldChg>
      <pc:sldChg chg="modSp new mod">
        <pc:chgData name="Diogo Orlando Nunes De Almeida" userId="1de6bd90-1d5d-4bf3-8afa-aad2e4a9679f" providerId="ADAL" clId="{99E81666-26E9-497B-9CF8-CEBEAA339C2D}" dt="2025-02-26T18:22:40.801" v="588" actId="20577"/>
        <pc:sldMkLst>
          <pc:docMk/>
          <pc:sldMk cId="4060347243" sldId="295"/>
        </pc:sldMkLst>
        <pc:spChg chg="mod">
          <ac:chgData name="Diogo Orlando Nunes De Almeida" userId="1de6bd90-1d5d-4bf3-8afa-aad2e4a9679f" providerId="ADAL" clId="{99E81666-26E9-497B-9CF8-CEBEAA339C2D}" dt="2025-02-26T18:13:42.523" v="506" actId="20577"/>
          <ac:spMkLst>
            <pc:docMk/>
            <pc:sldMk cId="4060347243" sldId="295"/>
            <ac:spMk id="2" creationId="{4341319F-2BC9-C600-36BF-BC3AFF18AB26}"/>
          </ac:spMkLst>
        </pc:spChg>
        <pc:spChg chg="mod">
          <ac:chgData name="Diogo Orlando Nunes De Almeida" userId="1de6bd90-1d5d-4bf3-8afa-aad2e4a9679f" providerId="ADAL" clId="{99E81666-26E9-497B-9CF8-CEBEAA339C2D}" dt="2025-02-26T18:22:40.801" v="588" actId="20577"/>
          <ac:spMkLst>
            <pc:docMk/>
            <pc:sldMk cId="4060347243" sldId="295"/>
            <ac:spMk id="3" creationId="{2A95B87A-54F8-1B7B-1161-670674D1789B}"/>
          </ac:spMkLst>
        </pc:spChg>
      </pc:sldChg>
      <pc:sldChg chg="addSp delSp modSp new mod">
        <pc:chgData name="Diogo Orlando Nunes De Almeida" userId="1de6bd90-1d5d-4bf3-8afa-aad2e4a9679f" providerId="ADAL" clId="{99E81666-26E9-497B-9CF8-CEBEAA339C2D}" dt="2025-02-26T18:27:19.258" v="791" actId="1076"/>
        <pc:sldMkLst>
          <pc:docMk/>
          <pc:sldMk cId="3641082867" sldId="296"/>
        </pc:sldMkLst>
        <pc:spChg chg="mod">
          <ac:chgData name="Diogo Orlando Nunes De Almeida" userId="1de6bd90-1d5d-4bf3-8afa-aad2e4a9679f" providerId="ADAL" clId="{99E81666-26E9-497B-9CF8-CEBEAA339C2D}" dt="2025-02-26T18:24:27.649" v="632" actId="20577"/>
          <ac:spMkLst>
            <pc:docMk/>
            <pc:sldMk cId="3641082867" sldId="296"/>
            <ac:spMk id="2" creationId="{456792BE-8B17-BA74-BDC2-B0A97538DE77}"/>
          </ac:spMkLst>
        </pc:spChg>
        <pc:spChg chg="add del mod">
          <ac:chgData name="Diogo Orlando Nunes De Almeida" userId="1de6bd90-1d5d-4bf3-8afa-aad2e4a9679f" providerId="ADAL" clId="{99E81666-26E9-497B-9CF8-CEBEAA339C2D}" dt="2025-02-26T18:27:16.812" v="790" actId="1076"/>
          <ac:spMkLst>
            <pc:docMk/>
            <pc:sldMk cId="3641082867" sldId="296"/>
            <ac:spMk id="3" creationId="{96A19BFE-7A40-8FE0-DBD8-53B859883D64}"/>
          </ac:spMkLst>
        </pc:spChg>
        <pc:picChg chg="add del mod ord">
          <ac:chgData name="Diogo Orlando Nunes De Almeida" userId="1de6bd90-1d5d-4bf3-8afa-aad2e4a9679f" providerId="ADAL" clId="{99E81666-26E9-497B-9CF8-CEBEAA339C2D}" dt="2025-02-26T18:24:10.227" v="614" actId="22"/>
          <ac:picMkLst>
            <pc:docMk/>
            <pc:sldMk cId="3641082867" sldId="296"/>
            <ac:picMk id="5" creationId="{EBEFE552-AFF1-226C-C414-816B991A34E7}"/>
          </ac:picMkLst>
        </pc:picChg>
        <pc:picChg chg="add mod">
          <ac:chgData name="Diogo Orlando Nunes De Almeida" userId="1de6bd90-1d5d-4bf3-8afa-aad2e4a9679f" providerId="ADAL" clId="{99E81666-26E9-497B-9CF8-CEBEAA339C2D}" dt="2025-02-26T18:27:19.258" v="791" actId="1076"/>
          <ac:picMkLst>
            <pc:docMk/>
            <pc:sldMk cId="3641082867" sldId="296"/>
            <ac:picMk id="7" creationId="{4C51CA1B-6857-E7B3-83A2-972D77E8E6E5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6T18:27:24.370" v="792"/>
        <pc:sldMkLst>
          <pc:docMk/>
          <pc:sldMk cId="195787041" sldId="297"/>
        </pc:sldMkLst>
        <pc:spChg chg="mod">
          <ac:chgData name="Diogo Orlando Nunes De Almeida" userId="1de6bd90-1d5d-4bf3-8afa-aad2e4a9679f" providerId="ADAL" clId="{99E81666-26E9-497B-9CF8-CEBEAA339C2D}" dt="2025-02-26T18:27:24.370" v="792"/>
          <ac:spMkLst>
            <pc:docMk/>
            <pc:sldMk cId="195787041" sldId="297"/>
            <ac:spMk id="2" creationId="{00482BB6-34D1-4E6D-613D-2469D71E7FDE}"/>
          </ac:spMkLst>
        </pc:spChg>
        <pc:spChg chg="mod">
          <ac:chgData name="Diogo Orlando Nunes De Almeida" userId="1de6bd90-1d5d-4bf3-8afa-aad2e4a9679f" providerId="ADAL" clId="{99E81666-26E9-497B-9CF8-CEBEAA339C2D}" dt="2025-02-26T18:27:05.493" v="789" actId="1076"/>
          <ac:spMkLst>
            <pc:docMk/>
            <pc:sldMk cId="195787041" sldId="297"/>
            <ac:spMk id="3" creationId="{393CA154-F29F-05B2-98BA-9B56D5C9D467}"/>
          </ac:spMkLst>
        </pc:spChg>
        <pc:picChg chg="add mod">
          <ac:chgData name="Diogo Orlando Nunes De Almeida" userId="1de6bd90-1d5d-4bf3-8afa-aad2e4a9679f" providerId="ADAL" clId="{99E81666-26E9-497B-9CF8-CEBEAA339C2D}" dt="2025-02-26T18:25:37.730" v="672" actId="1076"/>
          <ac:picMkLst>
            <pc:docMk/>
            <pc:sldMk cId="195787041" sldId="297"/>
            <ac:picMk id="5" creationId="{CA5E7B28-01B7-AD82-6A1D-B309270E5C8C}"/>
          </ac:picMkLst>
        </pc:picChg>
      </pc:sldChg>
      <pc:sldChg chg="addSp delSp modSp new mod">
        <pc:chgData name="Diogo Orlando Nunes De Almeida" userId="1de6bd90-1d5d-4bf3-8afa-aad2e4a9679f" providerId="ADAL" clId="{99E81666-26E9-497B-9CF8-CEBEAA339C2D}" dt="2025-02-26T18:28:55.059" v="826" actId="14100"/>
        <pc:sldMkLst>
          <pc:docMk/>
          <pc:sldMk cId="3925553922" sldId="298"/>
        </pc:sldMkLst>
        <pc:spChg chg="mod">
          <ac:chgData name="Diogo Orlando Nunes De Almeida" userId="1de6bd90-1d5d-4bf3-8afa-aad2e4a9679f" providerId="ADAL" clId="{99E81666-26E9-497B-9CF8-CEBEAA339C2D}" dt="2025-02-26T18:28:23.001" v="800"/>
          <ac:spMkLst>
            <pc:docMk/>
            <pc:sldMk cId="3925553922" sldId="298"/>
            <ac:spMk id="2" creationId="{D1F01B62-5C61-5622-9F4D-31478606F799}"/>
          </ac:spMkLst>
        </pc:spChg>
        <pc:spChg chg="add del mod">
          <ac:chgData name="Diogo Orlando Nunes De Almeida" userId="1de6bd90-1d5d-4bf3-8afa-aad2e4a9679f" providerId="ADAL" clId="{99E81666-26E9-497B-9CF8-CEBEAA339C2D}" dt="2025-02-26T18:28:55.059" v="826" actId="14100"/>
          <ac:spMkLst>
            <pc:docMk/>
            <pc:sldMk cId="3925553922" sldId="298"/>
            <ac:spMk id="3" creationId="{33F1ACA0-E265-13A3-69FF-52AEA10C0B61}"/>
          </ac:spMkLst>
        </pc:spChg>
        <pc:picChg chg="add del mod ord">
          <ac:chgData name="Diogo Orlando Nunes De Almeida" userId="1de6bd90-1d5d-4bf3-8afa-aad2e4a9679f" providerId="ADAL" clId="{99E81666-26E9-497B-9CF8-CEBEAA339C2D}" dt="2025-02-26T18:28:02.499" v="796" actId="22"/>
          <ac:picMkLst>
            <pc:docMk/>
            <pc:sldMk cId="3925553922" sldId="298"/>
            <ac:picMk id="5" creationId="{229BBBC5-FF72-F84A-24A8-CC0447C6CF17}"/>
          </ac:picMkLst>
        </pc:picChg>
        <pc:picChg chg="add mod">
          <ac:chgData name="Diogo Orlando Nunes De Almeida" userId="1de6bd90-1d5d-4bf3-8afa-aad2e4a9679f" providerId="ADAL" clId="{99E81666-26E9-497B-9CF8-CEBEAA339C2D}" dt="2025-02-26T18:28:09.327" v="799" actId="1076"/>
          <ac:picMkLst>
            <pc:docMk/>
            <pc:sldMk cId="3925553922" sldId="298"/>
            <ac:picMk id="7" creationId="{F3BFB9CD-BA5C-0CE1-E38F-D184C173C4E4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6T18:55:12.036" v="1235"/>
        <pc:sldMkLst>
          <pc:docMk/>
          <pc:sldMk cId="2576029086" sldId="299"/>
        </pc:sldMkLst>
        <pc:spChg chg="mod">
          <ac:chgData name="Diogo Orlando Nunes De Almeida" userId="1de6bd90-1d5d-4bf3-8afa-aad2e4a9679f" providerId="ADAL" clId="{99E81666-26E9-497B-9CF8-CEBEAA339C2D}" dt="2025-02-26T18:55:12.036" v="1235"/>
          <ac:spMkLst>
            <pc:docMk/>
            <pc:sldMk cId="2576029086" sldId="299"/>
            <ac:spMk id="2" creationId="{7F9F6404-1530-04B6-4978-D4D5367495F0}"/>
          </ac:spMkLst>
        </pc:spChg>
        <pc:spChg chg="mod">
          <ac:chgData name="Diogo Orlando Nunes De Almeida" userId="1de6bd90-1d5d-4bf3-8afa-aad2e4a9679f" providerId="ADAL" clId="{99E81666-26E9-497B-9CF8-CEBEAA339C2D}" dt="2025-02-26T18:30:17.429" v="857" actId="1076"/>
          <ac:spMkLst>
            <pc:docMk/>
            <pc:sldMk cId="2576029086" sldId="299"/>
            <ac:spMk id="3" creationId="{0AE952AF-A4FD-22E3-E6F5-EAA8FF000DA3}"/>
          </ac:spMkLst>
        </pc:spChg>
        <pc:picChg chg="add mod">
          <ac:chgData name="Diogo Orlando Nunes De Almeida" userId="1de6bd90-1d5d-4bf3-8afa-aad2e4a9679f" providerId="ADAL" clId="{99E81666-26E9-497B-9CF8-CEBEAA339C2D}" dt="2025-02-26T18:29:21.285" v="830" actId="1076"/>
          <ac:picMkLst>
            <pc:docMk/>
            <pc:sldMk cId="2576029086" sldId="299"/>
            <ac:picMk id="5" creationId="{3E901FF3-162F-AA6D-1A46-0A8FB04FB8EB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6T18:55:14.011" v="1236"/>
        <pc:sldMkLst>
          <pc:docMk/>
          <pc:sldMk cId="1065979202" sldId="300"/>
        </pc:sldMkLst>
        <pc:spChg chg="mod">
          <ac:chgData name="Diogo Orlando Nunes De Almeida" userId="1de6bd90-1d5d-4bf3-8afa-aad2e4a9679f" providerId="ADAL" clId="{99E81666-26E9-497B-9CF8-CEBEAA339C2D}" dt="2025-02-26T18:55:14.011" v="1236"/>
          <ac:spMkLst>
            <pc:docMk/>
            <pc:sldMk cId="1065979202" sldId="300"/>
            <ac:spMk id="2" creationId="{7E21043A-8640-2603-4927-CAD0CC74F602}"/>
          </ac:spMkLst>
        </pc:spChg>
        <pc:spChg chg="mod">
          <ac:chgData name="Diogo Orlando Nunes De Almeida" userId="1de6bd90-1d5d-4bf3-8afa-aad2e4a9679f" providerId="ADAL" clId="{99E81666-26E9-497B-9CF8-CEBEAA339C2D}" dt="2025-02-26T18:35:06.864" v="1018" actId="20577"/>
          <ac:spMkLst>
            <pc:docMk/>
            <pc:sldMk cId="1065979202" sldId="300"/>
            <ac:spMk id="3" creationId="{328BFB2E-F158-7BC8-EA9A-A181D0FA5780}"/>
          </ac:spMkLst>
        </pc:spChg>
        <pc:picChg chg="add mod">
          <ac:chgData name="Diogo Orlando Nunes De Almeida" userId="1de6bd90-1d5d-4bf3-8afa-aad2e4a9679f" providerId="ADAL" clId="{99E81666-26E9-497B-9CF8-CEBEAA339C2D}" dt="2025-02-26T18:32:22.897" v="862" actId="1076"/>
          <ac:picMkLst>
            <pc:docMk/>
            <pc:sldMk cId="1065979202" sldId="300"/>
            <ac:picMk id="5" creationId="{23626CA9-6B91-F86F-9AE5-4F1455A39586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6T18:55:15.627" v="1237"/>
        <pc:sldMkLst>
          <pc:docMk/>
          <pc:sldMk cId="596676231" sldId="301"/>
        </pc:sldMkLst>
        <pc:spChg chg="mod">
          <ac:chgData name="Diogo Orlando Nunes De Almeida" userId="1de6bd90-1d5d-4bf3-8afa-aad2e4a9679f" providerId="ADAL" clId="{99E81666-26E9-497B-9CF8-CEBEAA339C2D}" dt="2025-02-26T18:55:15.627" v="1237"/>
          <ac:spMkLst>
            <pc:docMk/>
            <pc:sldMk cId="596676231" sldId="301"/>
            <ac:spMk id="2" creationId="{4D95BE7B-00B7-207D-93FC-072E248ED78F}"/>
          </ac:spMkLst>
        </pc:spChg>
        <pc:spChg chg="mod">
          <ac:chgData name="Diogo Orlando Nunes De Almeida" userId="1de6bd90-1d5d-4bf3-8afa-aad2e4a9679f" providerId="ADAL" clId="{99E81666-26E9-497B-9CF8-CEBEAA339C2D}" dt="2025-02-26T18:55:04.736" v="1234" actId="1076"/>
          <ac:spMkLst>
            <pc:docMk/>
            <pc:sldMk cId="596676231" sldId="301"/>
            <ac:spMk id="3" creationId="{3C22724D-04B1-9C13-B42F-E4305EC8747A}"/>
          </ac:spMkLst>
        </pc:spChg>
        <pc:picChg chg="add mod">
          <ac:chgData name="Diogo Orlando Nunes De Almeida" userId="1de6bd90-1d5d-4bf3-8afa-aad2e4a9679f" providerId="ADAL" clId="{99E81666-26E9-497B-9CF8-CEBEAA339C2D}" dt="2025-02-26T18:47:34.874" v="1027" actId="1076"/>
          <ac:picMkLst>
            <pc:docMk/>
            <pc:sldMk cId="596676231" sldId="301"/>
            <ac:picMk id="5" creationId="{AE7F2E36-0978-10CF-DBFD-C250CE1AC640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6T18:58:05.739" v="1414"/>
        <pc:sldMkLst>
          <pc:docMk/>
          <pc:sldMk cId="3131488782" sldId="302"/>
        </pc:sldMkLst>
        <pc:spChg chg="mod">
          <ac:chgData name="Diogo Orlando Nunes De Almeida" userId="1de6bd90-1d5d-4bf3-8afa-aad2e4a9679f" providerId="ADAL" clId="{99E81666-26E9-497B-9CF8-CEBEAA339C2D}" dt="2025-02-26T18:58:05.739" v="1414"/>
          <ac:spMkLst>
            <pc:docMk/>
            <pc:sldMk cId="3131488782" sldId="302"/>
            <ac:spMk id="2" creationId="{C01FB20F-7733-693C-385B-035C4D880DCB}"/>
          </ac:spMkLst>
        </pc:spChg>
        <pc:spChg chg="mod">
          <ac:chgData name="Diogo Orlando Nunes De Almeida" userId="1de6bd90-1d5d-4bf3-8afa-aad2e4a9679f" providerId="ADAL" clId="{99E81666-26E9-497B-9CF8-CEBEAA339C2D}" dt="2025-02-26T18:57:57.612" v="1413" actId="1076"/>
          <ac:spMkLst>
            <pc:docMk/>
            <pc:sldMk cId="3131488782" sldId="302"/>
            <ac:spMk id="3" creationId="{06B14923-2CEA-81CC-91D9-64BA8CBC60E7}"/>
          </ac:spMkLst>
        </pc:spChg>
        <pc:picChg chg="add mod">
          <ac:chgData name="Diogo Orlando Nunes De Almeida" userId="1de6bd90-1d5d-4bf3-8afa-aad2e4a9679f" providerId="ADAL" clId="{99E81666-26E9-497B-9CF8-CEBEAA339C2D}" dt="2025-02-26T18:56:32.932" v="1245" actId="1076"/>
          <ac:picMkLst>
            <pc:docMk/>
            <pc:sldMk cId="3131488782" sldId="302"/>
            <ac:picMk id="5" creationId="{D2507378-0291-98B3-7A4F-B83A375DF78D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6T18:59:26.115" v="1464"/>
        <pc:sldMkLst>
          <pc:docMk/>
          <pc:sldMk cId="794720409" sldId="303"/>
        </pc:sldMkLst>
        <pc:spChg chg="mod">
          <ac:chgData name="Diogo Orlando Nunes De Almeida" userId="1de6bd90-1d5d-4bf3-8afa-aad2e4a9679f" providerId="ADAL" clId="{99E81666-26E9-497B-9CF8-CEBEAA339C2D}" dt="2025-02-26T18:59:26.115" v="1464"/>
          <ac:spMkLst>
            <pc:docMk/>
            <pc:sldMk cId="794720409" sldId="303"/>
            <ac:spMk id="2" creationId="{F6AAACD2-7AD5-EC34-B34B-CF4BF2205BA2}"/>
          </ac:spMkLst>
        </pc:spChg>
        <pc:spChg chg="mod">
          <ac:chgData name="Diogo Orlando Nunes De Almeida" userId="1de6bd90-1d5d-4bf3-8afa-aad2e4a9679f" providerId="ADAL" clId="{99E81666-26E9-497B-9CF8-CEBEAA339C2D}" dt="2025-02-26T18:59:17.970" v="1463" actId="1076"/>
          <ac:spMkLst>
            <pc:docMk/>
            <pc:sldMk cId="794720409" sldId="303"/>
            <ac:spMk id="3" creationId="{CCEDDC8D-C1DA-D74F-1204-125BC706085C}"/>
          </ac:spMkLst>
        </pc:spChg>
        <pc:picChg chg="add mod">
          <ac:chgData name="Diogo Orlando Nunes De Almeida" userId="1de6bd90-1d5d-4bf3-8afa-aad2e4a9679f" providerId="ADAL" clId="{99E81666-26E9-497B-9CF8-CEBEAA339C2D}" dt="2025-02-26T18:58:53.165" v="1418" actId="1076"/>
          <ac:picMkLst>
            <pc:docMk/>
            <pc:sldMk cId="794720409" sldId="303"/>
            <ac:picMk id="5" creationId="{F423F180-397B-1969-F565-2D1CFDEADC74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6T19:01:53.985" v="1588" actId="1076"/>
        <pc:sldMkLst>
          <pc:docMk/>
          <pc:sldMk cId="2604889843" sldId="304"/>
        </pc:sldMkLst>
        <pc:spChg chg="mod">
          <ac:chgData name="Diogo Orlando Nunes De Almeida" userId="1de6bd90-1d5d-4bf3-8afa-aad2e4a9679f" providerId="ADAL" clId="{99E81666-26E9-497B-9CF8-CEBEAA339C2D}" dt="2025-02-26T19:00:13.082" v="1469"/>
          <ac:spMkLst>
            <pc:docMk/>
            <pc:sldMk cId="2604889843" sldId="304"/>
            <ac:spMk id="2" creationId="{D903C517-8BF2-EE91-BB06-8BDD5B748709}"/>
          </ac:spMkLst>
        </pc:spChg>
        <pc:spChg chg="mod">
          <ac:chgData name="Diogo Orlando Nunes De Almeida" userId="1de6bd90-1d5d-4bf3-8afa-aad2e4a9679f" providerId="ADAL" clId="{99E81666-26E9-497B-9CF8-CEBEAA339C2D}" dt="2025-02-26T19:01:53.985" v="1588" actId="1076"/>
          <ac:spMkLst>
            <pc:docMk/>
            <pc:sldMk cId="2604889843" sldId="304"/>
            <ac:spMk id="3" creationId="{75E702C5-006E-E9AE-C69E-5989BFC65467}"/>
          </ac:spMkLst>
        </pc:spChg>
        <pc:picChg chg="add mod">
          <ac:chgData name="Diogo Orlando Nunes De Almeida" userId="1de6bd90-1d5d-4bf3-8afa-aad2e4a9679f" providerId="ADAL" clId="{99E81666-26E9-497B-9CF8-CEBEAA339C2D}" dt="2025-02-26T19:00:06.580" v="1468" actId="1076"/>
          <ac:picMkLst>
            <pc:docMk/>
            <pc:sldMk cId="2604889843" sldId="304"/>
            <ac:picMk id="5" creationId="{D2FB042E-6B7B-D736-BD62-7F7A0C53417A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6T19:25:14.248" v="1768" actId="27636"/>
        <pc:sldMkLst>
          <pc:docMk/>
          <pc:sldMk cId="560754172" sldId="305"/>
        </pc:sldMkLst>
        <pc:spChg chg="mod">
          <ac:chgData name="Diogo Orlando Nunes De Almeida" userId="1de6bd90-1d5d-4bf3-8afa-aad2e4a9679f" providerId="ADAL" clId="{99E81666-26E9-497B-9CF8-CEBEAA339C2D}" dt="2025-02-26T19:06:31.044" v="1625" actId="20577"/>
          <ac:spMkLst>
            <pc:docMk/>
            <pc:sldMk cId="560754172" sldId="305"/>
            <ac:spMk id="2" creationId="{965B61D0-C02C-C8EE-5263-C88430E19D4B}"/>
          </ac:spMkLst>
        </pc:spChg>
        <pc:spChg chg="mod">
          <ac:chgData name="Diogo Orlando Nunes De Almeida" userId="1de6bd90-1d5d-4bf3-8afa-aad2e4a9679f" providerId="ADAL" clId="{99E81666-26E9-497B-9CF8-CEBEAA339C2D}" dt="2025-02-26T19:25:14.248" v="1768" actId="27636"/>
          <ac:spMkLst>
            <pc:docMk/>
            <pc:sldMk cId="560754172" sldId="305"/>
            <ac:spMk id="3" creationId="{D623A831-577E-C9D9-42BB-9C1E264251D7}"/>
          </ac:spMkLst>
        </pc:spChg>
        <pc:picChg chg="add mod">
          <ac:chgData name="Diogo Orlando Nunes De Almeida" userId="1de6bd90-1d5d-4bf3-8afa-aad2e4a9679f" providerId="ADAL" clId="{99E81666-26E9-497B-9CF8-CEBEAA339C2D}" dt="2025-02-26T19:05:34.373" v="1595" actId="14100"/>
          <ac:picMkLst>
            <pc:docMk/>
            <pc:sldMk cId="560754172" sldId="305"/>
            <ac:picMk id="5" creationId="{784F8413-0525-2FFB-F1E9-6ADBB82FB433}"/>
          </ac:picMkLst>
        </pc:picChg>
      </pc:sldChg>
      <pc:sldChg chg="addSp delSp modSp new mod">
        <pc:chgData name="Diogo Orlando Nunes De Almeida" userId="1de6bd90-1d5d-4bf3-8afa-aad2e4a9679f" providerId="ADAL" clId="{99E81666-26E9-497B-9CF8-CEBEAA339C2D}" dt="2025-02-27T16:47:11.240" v="3995" actId="20577"/>
        <pc:sldMkLst>
          <pc:docMk/>
          <pc:sldMk cId="767333020" sldId="306"/>
        </pc:sldMkLst>
        <pc:spChg chg="del mod">
          <ac:chgData name="Diogo Orlando Nunes De Almeida" userId="1de6bd90-1d5d-4bf3-8afa-aad2e4a9679f" providerId="ADAL" clId="{99E81666-26E9-497B-9CF8-CEBEAA339C2D}" dt="2025-02-26T20:00:46.022" v="1774" actId="478"/>
          <ac:spMkLst>
            <pc:docMk/>
            <pc:sldMk cId="767333020" sldId="306"/>
            <ac:spMk id="2" creationId="{22603472-595E-CD62-F141-9F384941B1DA}"/>
          </ac:spMkLst>
        </pc:spChg>
        <pc:spChg chg="mod">
          <ac:chgData name="Diogo Orlando Nunes De Almeida" userId="1de6bd90-1d5d-4bf3-8afa-aad2e4a9679f" providerId="ADAL" clId="{99E81666-26E9-497B-9CF8-CEBEAA339C2D}" dt="2025-02-27T16:47:11.240" v="3995" actId="20577"/>
          <ac:spMkLst>
            <pc:docMk/>
            <pc:sldMk cId="767333020" sldId="306"/>
            <ac:spMk id="3" creationId="{2F79559A-27C6-7239-A841-D94642BF1447}"/>
          </ac:spMkLst>
        </pc:spChg>
        <pc:picChg chg="add mod">
          <ac:chgData name="Diogo Orlando Nunes De Almeida" userId="1de6bd90-1d5d-4bf3-8afa-aad2e4a9679f" providerId="ADAL" clId="{99E81666-26E9-497B-9CF8-CEBEAA339C2D}" dt="2025-02-26T20:00:57.958" v="1778" actId="1076"/>
          <ac:picMkLst>
            <pc:docMk/>
            <pc:sldMk cId="767333020" sldId="306"/>
            <ac:picMk id="5" creationId="{5CD8E3C5-D8ED-E477-8BBC-304FFD5EF49F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7T14:06:36.060" v="2792" actId="1076"/>
        <pc:sldMkLst>
          <pc:docMk/>
          <pc:sldMk cId="4196941342" sldId="307"/>
        </pc:sldMkLst>
        <pc:spChg chg="mod">
          <ac:chgData name="Diogo Orlando Nunes De Almeida" userId="1de6bd90-1d5d-4bf3-8afa-aad2e4a9679f" providerId="ADAL" clId="{99E81666-26E9-497B-9CF8-CEBEAA339C2D}" dt="2025-02-27T13:27:20.233" v="2480" actId="20577"/>
          <ac:spMkLst>
            <pc:docMk/>
            <pc:sldMk cId="4196941342" sldId="307"/>
            <ac:spMk id="2" creationId="{ACE4B4A7-854C-FF12-D6E7-E9E02CE1604F}"/>
          </ac:spMkLst>
        </pc:spChg>
        <pc:spChg chg="mod">
          <ac:chgData name="Diogo Orlando Nunes De Almeida" userId="1de6bd90-1d5d-4bf3-8afa-aad2e4a9679f" providerId="ADAL" clId="{99E81666-26E9-497B-9CF8-CEBEAA339C2D}" dt="2025-02-27T14:06:36.060" v="2792" actId="1076"/>
          <ac:spMkLst>
            <pc:docMk/>
            <pc:sldMk cId="4196941342" sldId="307"/>
            <ac:spMk id="3" creationId="{EBEA2FBF-E0D2-73DF-B3B4-DF9B153081D0}"/>
          </ac:spMkLst>
        </pc:spChg>
        <pc:picChg chg="add mod">
          <ac:chgData name="Diogo Orlando Nunes De Almeida" userId="1de6bd90-1d5d-4bf3-8afa-aad2e4a9679f" providerId="ADAL" clId="{99E81666-26E9-497B-9CF8-CEBEAA339C2D}" dt="2025-02-27T13:53:15.843" v="2486" actId="1076"/>
          <ac:picMkLst>
            <pc:docMk/>
            <pc:sldMk cId="4196941342" sldId="307"/>
            <ac:picMk id="5" creationId="{75D288E2-69E2-CF56-1629-3B3A9F6434AA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7T14:23:01.403" v="2995" actId="1076"/>
        <pc:sldMkLst>
          <pc:docMk/>
          <pc:sldMk cId="1903237203" sldId="308"/>
        </pc:sldMkLst>
        <pc:spChg chg="mod">
          <ac:chgData name="Diogo Orlando Nunes De Almeida" userId="1de6bd90-1d5d-4bf3-8afa-aad2e4a9679f" providerId="ADAL" clId="{99E81666-26E9-497B-9CF8-CEBEAA339C2D}" dt="2025-02-27T14:19:07.481" v="2828" actId="20577"/>
          <ac:spMkLst>
            <pc:docMk/>
            <pc:sldMk cId="1903237203" sldId="308"/>
            <ac:spMk id="2" creationId="{5763BA93-4346-5541-119D-8725D84734ED}"/>
          </ac:spMkLst>
        </pc:spChg>
        <pc:spChg chg="mod">
          <ac:chgData name="Diogo Orlando Nunes De Almeida" userId="1de6bd90-1d5d-4bf3-8afa-aad2e4a9679f" providerId="ADAL" clId="{99E81666-26E9-497B-9CF8-CEBEAA339C2D}" dt="2025-02-27T14:22:05.375" v="2994" actId="1076"/>
          <ac:spMkLst>
            <pc:docMk/>
            <pc:sldMk cId="1903237203" sldId="308"/>
            <ac:spMk id="3" creationId="{A5E66010-D83F-1848-C534-F005C260E7E6}"/>
          </ac:spMkLst>
        </pc:spChg>
        <pc:picChg chg="add mod">
          <ac:chgData name="Diogo Orlando Nunes De Almeida" userId="1de6bd90-1d5d-4bf3-8afa-aad2e4a9679f" providerId="ADAL" clId="{99E81666-26E9-497B-9CF8-CEBEAA339C2D}" dt="2025-02-27T14:23:01.403" v="2995" actId="1076"/>
          <ac:picMkLst>
            <pc:docMk/>
            <pc:sldMk cId="1903237203" sldId="308"/>
            <ac:picMk id="5" creationId="{1B7B578E-445E-C1B6-9CFB-B37FE26F7FB1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7T14:29:35.594" v="3171"/>
        <pc:sldMkLst>
          <pc:docMk/>
          <pc:sldMk cId="3847335241" sldId="309"/>
        </pc:sldMkLst>
        <pc:spChg chg="mod">
          <ac:chgData name="Diogo Orlando Nunes De Almeida" userId="1de6bd90-1d5d-4bf3-8afa-aad2e4a9679f" providerId="ADAL" clId="{99E81666-26E9-497B-9CF8-CEBEAA339C2D}" dt="2025-02-27T14:29:35.594" v="3171"/>
          <ac:spMkLst>
            <pc:docMk/>
            <pc:sldMk cId="3847335241" sldId="309"/>
            <ac:spMk id="2" creationId="{AF2CAEAD-9ACD-512A-6F42-A0AB55D78144}"/>
          </ac:spMkLst>
        </pc:spChg>
        <pc:spChg chg="mod">
          <ac:chgData name="Diogo Orlando Nunes De Almeida" userId="1de6bd90-1d5d-4bf3-8afa-aad2e4a9679f" providerId="ADAL" clId="{99E81666-26E9-497B-9CF8-CEBEAA339C2D}" dt="2025-02-27T14:29:26.232" v="3170" actId="1076"/>
          <ac:spMkLst>
            <pc:docMk/>
            <pc:sldMk cId="3847335241" sldId="309"/>
            <ac:spMk id="3" creationId="{AB038C70-3E11-6E74-EA3F-881D8D628064}"/>
          </ac:spMkLst>
        </pc:spChg>
        <pc:picChg chg="add mod">
          <ac:chgData name="Diogo Orlando Nunes De Almeida" userId="1de6bd90-1d5d-4bf3-8afa-aad2e4a9679f" providerId="ADAL" clId="{99E81666-26E9-497B-9CF8-CEBEAA339C2D}" dt="2025-02-27T14:24:18.219" v="3006" actId="1076"/>
          <ac:picMkLst>
            <pc:docMk/>
            <pc:sldMk cId="3847335241" sldId="309"/>
            <ac:picMk id="5" creationId="{5F4F1D93-91AE-8C20-3CF5-5026BE30EE67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7T14:34:11.236" v="3378" actId="1076"/>
        <pc:sldMkLst>
          <pc:docMk/>
          <pc:sldMk cId="1391036541" sldId="310"/>
        </pc:sldMkLst>
        <pc:spChg chg="mod">
          <ac:chgData name="Diogo Orlando Nunes De Almeida" userId="1de6bd90-1d5d-4bf3-8afa-aad2e4a9679f" providerId="ADAL" clId="{99E81666-26E9-497B-9CF8-CEBEAA339C2D}" dt="2025-02-27T14:34:02.427" v="3376"/>
          <ac:spMkLst>
            <pc:docMk/>
            <pc:sldMk cId="1391036541" sldId="310"/>
            <ac:spMk id="2" creationId="{8DD92B28-8D6E-E326-54A9-3534A6B3C146}"/>
          </ac:spMkLst>
        </pc:spChg>
        <pc:spChg chg="mod">
          <ac:chgData name="Diogo Orlando Nunes De Almeida" userId="1de6bd90-1d5d-4bf3-8afa-aad2e4a9679f" providerId="ADAL" clId="{99E81666-26E9-497B-9CF8-CEBEAA339C2D}" dt="2025-02-27T14:34:11.236" v="3378" actId="1076"/>
          <ac:spMkLst>
            <pc:docMk/>
            <pc:sldMk cId="1391036541" sldId="310"/>
            <ac:spMk id="3" creationId="{52E02B46-2D40-85DD-B59E-BE98AC7BD6F9}"/>
          </ac:spMkLst>
        </pc:spChg>
        <pc:picChg chg="add mod">
          <ac:chgData name="Diogo Orlando Nunes De Almeida" userId="1de6bd90-1d5d-4bf3-8afa-aad2e4a9679f" providerId="ADAL" clId="{99E81666-26E9-497B-9CF8-CEBEAA339C2D}" dt="2025-02-27T14:31:25.338" v="3177" actId="1076"/>
          <ac:picMkLst>
            <pc:docMk/>
            <pc:sldMk cId="1391036541" sldId="310"/>
            <ac:picMk id="5" creationId="{68221664-007E-92A9-9281-C3179D1C0E27}"/>
          </ac:picMkLst>
        </pc:picChg>
      </pc:sldChg>
      <pc:sldChg chg="addSp delSp modSp new mod">
        <pc:chgData name="Diogo Orlando Nunes De Almeida" userId="1de6bd90-1d5d-4bf3-8afa-aad2e4a9679f" providerId="ADAL" clId="{99E81666-26E9-497B-9CF8-CEBEAA339C2D}" dt="2025-02-27T16:46:51.656" v="3988" actId="20577"/>
        <pc:sldMkLst>
          <pc:docMk/>
          <pc:sldMk cId="3132646323" sldId="311"/>
        </pc:sldMkLst>
        <pc:spChg chg="del">
          <ac:chgData name="Diogo Orlando Nunes De Almeida" userId="1de6bd90-1d5d-4bf3-8afa-aad2e4a9679f" providerId="ADAL" clId="{99E81666-26E9-497B-9CF8-CEBEAA339C2D}" dt="2025-02-27T16:15:11.062" v="3385" actId="478"/>
          <ac:spMkLst>
            <pc:docMk/>
            <pc:sldMk cId="3132646323" sldId="311"/>
            <ac:spMk id="2" creationId="{07BBD1E8-B7F6-8F1A-BFCC-5950B7AF7782}"/>
          </ac:spMkLst>
        </pc:spChg>
        <pc:spChg chg="mod">
          <ac:chgData name="Diogo Orlando Nunes De Almeida" userId="1de6bd90-1d5d-4bf3-8afa-aad2e4a9679f" providerId="ADAL" clId="{99E81666-26E9-497B-9CF8-CEBEAA339C2D}" dt="2025-02-27T16:46:51.656" v="3988" actId="20577"/>
          <ac:spMkLst>
            <pc:docMk/>
            <pc:sldMk cId="3132646323" sldId="311"/>
            <ac:spMk id="3" creationId="{5DD06296-E1E7-F82F-92C1-A1A905FF575A}"/>
          </ac:spMkLst>
        </pc:spChg>
        <pc:picChg chg="add mod">
          <ac:chgData name="Diogo Orlando Nunes De Almeida" userId="1de6bd90-1d5d-4bf3-8afa-aad2e4a9679f" providerId="ADAL" clId="{99E81666-26E9-497B-9CF8-CEBEAA339C2D}" dt="2025-02-27T16:15:25.226" v="3390" actId="14100"/>
          <ac:picMkLst>
            <pc:docMk/>
            <pc:sldMk cId="3132646323" sldId="311"/>
            <ac:picMk id="5" creationId="{60438F1B-03FB-854E-F727-AE1750F18048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7T16:46:21.080" v="3980" actId="20577"/>
        <pc:sldMkLst>
          <pc:docMk/>
          <pc:sldMk cId="833289564" sldId="312"/>
        </pc:sldMkLst>
        <pc:spChg chg="mod">
          <ac:chgData name="Diogo Orlando Nunes De Almeida" userId="1de6bd90-1d5d-4bf3-8afa-aad2e4a9679f" providerId="ADAL" clId="{99E81666-26E9-497B-9CF8-CEBEAA339C2D}" dt="2025-02-27T16:46:21.080" v="3980" actId="20577"/>
          <ac:spMkLst>
            <pc:docMk/>
            <pc:sldMk cId="833289564" sldId="312"/>
            <ac:spMk id="2" creationId="{CE087B88-7735-F26B-A8A1-B10CF98DEABC}"/>
          </ac:spMkLst>
        </pc:spChg>
        <pc:spChg chg="mod">
          <ac:chgData name="Diogo Orlando Nunes De Almeida" userId="1de6bd90-1d5d-4bf3-8afa-aad2e4a9679f" providerId="ADAL" clId="{99E81666-26E9-497B-9CF8-CEBEAA339C2D}" dt="2025-02-27T16:39:53.561" v="3934" actId="20577"/>
          <ac:spMkLst>
            <pc:docMk/>
            <pc:sldMk cId="833289564" sldId="312"/>
            <ac:spMk id="3" creationId="{3966B7A9-3E74-A2B3-2553-67490B9008B9}"/>
          </ac:spMkLst>
        </pc:spChg>
        <pc:picChg chg="add">
          <ac:chgData name="Diogo Orlando Nunes De Almeida" userId="1de6bd90-1d5d-4bf3-8afa-aad2e4a9679f" providerId="ADAL" clId="{99E81666-26E9-497B-9CF8-CEBEAA339C2D}" dt="2025-02-27T16:38:56.305" v="3888" actId="22"/>
          <ac:picMkLst>
            <pc:docMk/>
            <pc:sldMk cId="833289564" sldId="312"/>
            <ac:picMk id="5" creationId="{310129F7-ED5E-EAAF-09DE-2A1045001B66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7T18:16:25.018" v="4393" actId="20577"/>
        <pc:sldMkLst>
          <pc:docMk/>
          <pc:sldMk cId="741633314" sldId="313"/>
        </pc:sldMkLst>
        <pc:spChg chg="mod">
          <ac:chgData name="Diogo Orlando Nunes De Almeida" userId="1de6bd90-1d5d-4bf3-8afa-aad2e4a9679f" providerId="ADAL" clId="{99E81666-26E9-497B-9CF8-CEBEAA339C2D}" dt="2025-02-27T16:48:19.072" v="4028" actId="20577"/>
          <ac:spMkLst>
            <pc:docMk/>
            <pc:sldMk cId="741633314" sldId="313"/>
            <ac:spMk id="2" creationId="{F8818DB4-0250-8686-E365-CF09457510C8}"/>
          </ac:spMkLst>
        </pc:spChg>
        <pc:spChg chg="mod">
          <ac:chgData name="Diogo Orlando Nunes De Almeida" userId="1de6bd90-1d5d-4bf3-8afa-aad2e4a9679f" providerId="ADAL" clId="{99E81666-26E9-497B-9CF8-CEBEAA339C2D}" dt="2025-02-27T18:16:25.018" v="4393" actId="20577"/>
          <ac:spMkLst>
            <pc:docMk/>
            <pc:sldMk cId="741633314" sldId="313"/>
            <ac:spMk id="3" creationId="{69D2993E-E10F-A000-DFFE-AB48EF834588}"/>
          </ac:spMkLst>
        </pc:spChg>
        <pc:picChg chg="add mod">
          <ac:chgData name="Diogo Orlando Nunes De Almeida" userId="1de6bd90-1d5d-4bf3-8afa-aad2e4a9679f" providerId="ADAL" clId="{99E81666-26E9-497B-9CF8-CEBEAA339C2D}" dt="2025-02-27T18:05:20.421" v="4032" actId="14100"/>
          <ac:picMkLst>
            <pc:docMk/>
            <pc:sldMk cId="741633314" sldId="313"/>
            <ac:picMk id="5" creationId="{8D47E56F-253C-836F-327E-CAC731DD13BB}"/>
          </ac:picMkLst>
        </pc:picChg>
      </pc:sldChg>
      <pc:sldChg chg="addSp modSp new mod">
        <pc:chgData name="Diogo Orlando Nunes De Almeida" userId="1de6bd90-1d5d-4bf3-8afa-aad2e4a9679f" providerId="ADAL" clId="{99E81666-26E9-497B-9CF8-CEBEAA339C2D}" dt="2025-02-27T18:18:23.348" v="4463" actId="1076"/>
        <pc:sldMkLst>
          <pc:docMk/>
          <pc:sldMk cId="1060830631" sldId="314"/>
        </pc:sldMkLst>
        <pc:spChg chg="mod">
          <ac:chgData name="Diogo Orlando Nunes De Almeida" userId="1de6bd90-1d5d-4bf3-8afa-aad2e4a9679f" providerId="ADAL" clId="{99E81666-26E9-497B-9CF8-CEBEAA339C2D}" dt="2025-02-27T18:17:45.504" v="4399"/>
          <ac:spMkLst>
            <pc:docMk/>
            <pc:sldMk cId="1060830631" sldId="314"/>
            <ac:spMk id="2" creationId="{6E9A7434-D3D4-E9F6-2EC2-821CFB9D4387}"/>
          </ac:spMkLst>
        </pc:spChg>
        <pc:spChg chg="mod">
          <ac:chgData name="Diogo Orlando Nunes De Almeida" userId="1de6bd90-1d5d-4bf3-8afa-aad2e4a9679f" providerId="ADAL" clId="{99E81666-26E9-497B-9CF8-CEBEAA339C2D}" dt="2025-02-27T18:18:23.348" v="4463" actId="1076"/>
          <ac:spMkLst>
            <pc:docMk/>
            <pc:sldMk cId="1060830631" sldId="314"/>
            <ac:spMk id="3" creationId="{FF046427-2B90-C60C-C358-E83551E8596C}"/>
          </ac:spMkLst>
        </pc:spChg>
        <pc:picChg chg="add mod">
          <ac:chgData name="Diogo Orlando Nunes De Almeida" userId="1de6bd90-1d5d-4bf3-8afa-aad2e4a9679f" providerId="ADAL" clId="{99E81666-26E9-497B-9CF8-CEBEAA339C2D}" dt="2025-02-27T18:17:50.698" v="4401" actId="14100"/>
          <ac:picMkLst>
            <pc:docMk/>
            <pc:sldMk cId="1060830631" sldId="314"/>
            <ac:picMk id="5" creationId="{227A1C7C-33A3-03A7-FBA1-EFE918217F8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A1C76-AEA5-1FC5-5B8D-98B40EFDD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8009E7-F94F-0B5F-E170-219466B80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726F69-11BF-3979-A9B8-BC33EDFA8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41D67D-5DBF-0DB5-DB24-1B11FE0FC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2B0B8C-3A55-7444-9D01-230D5CBC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8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A605C-8536-59C1-06A1-9F73BC10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23B3E8-3999-6BD6-8FDB-5E5E825F3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CD3220-A64B-AA51-E36A-C98FE541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9B2AB1-58C5-1D40-CC71-7DC5DA93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DE2D82-F05D-5B6C-2F04-CDF702D0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75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8B8AA-5E43-CFEE-9858-64DE19C6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E21B29-8739-3E16-0037-4AD095B4A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B5CE21-77BB-650B-1237-F606B6105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EBD145-D924-0DBC-AD16-0196EED9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6F9A60-FD2C-2516-3C93-BC8D53BF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58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95058-E20E-3535-4CFD-2F1EFD8E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F7137E-4897-5BB0-BA92-866896E9F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684DB0-7252-C34F-2704-8DB3EAB9D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AD1DA0-8582-8022-39BB-DC7ABAC4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B3EC26-A344-BE5B-F261-2AACA614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DFF798-A793-A675-228C-9E9806A4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14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F2F94-55F3-88F8-3FC3-E0FCFBFE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3E3476-148C-7008-D1A7-2ED0C3F58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280444-88FF-B0D1-87C4-C3C89A346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54349C-DF50-E850-5839-C9E98BA00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D72DBC6-8F6F-DA90-93BA-43EEF54C1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DFB4A0-B89A-C8ED-3C7E-EAB6D88D8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978C074-8DD9-EB47-0B35-99B04C87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3F4101D-28FA-AED0-5207-9CA9294D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38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9010B-CFCB-1A65-D6B1-7B0EE19C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C4CEEB0-4321-2B1C-2E1F-F6303116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6F5031-9576-671F-D4A1-6E5802205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C3BEB9-4193-AFF4-1215-59F91C6D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909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8C93546-448A-191C-A91D-C8488673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C25E37-3AD2-36E5-2FE2-D0F97F5A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A61D71-B189-7BB2-F3D5-5A3BC3DDC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12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27423-89EB-0A27-D5E8-25AF41170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BC0C1D-0881-E6DE-AD79-6332915D0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3C39DF-EE99-C9F5-FCAE-9CAFC621A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408D20-15F1-D1DE-F1CA-1AA689B9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31E2F1-B222-8EB9-396C-3C747F85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912EC2-60E0-330B-2775-249A5D6F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369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2FD44-34AF-EBDB-8F3E-A4355524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712FED0-195B-6B6C-47EB-74240B0D3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84A5B6-08BA-0D71-54E1-B4CE96165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C9653B-63E9-23FD-A83D-6A14D79C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99369D-574F-99CF-EA23-CBA8C61B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49B912-1100-8164-0B7B-A24D51BD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87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5D720-3E87-654B-DF86-2127C738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A95D9C-BDE3-8974-1E7C-26D1D7A75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92ADC7-31C7-473E-6C39-5461BAB9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69AE50-AA21-682A-6B89-2EEF026E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EA2327-C6E7-AC62-768B-CC1A79C7A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878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846388-44F5-43B6-6FCA-8019BEDD8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E572F9-F08B-114D-3824-896C5AA3A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51CB8C-3EF6-F9B3-F506-B1A3362C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324093-50C6-1909-5255-ADA416C9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19A452-60AD-DC84-0A02-6B0FCA6E6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88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5F67957-833B-C07A-F97F-D6891CCF5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3EE0D1-A994-5638-631A-A7BAFD317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3E4067-6C37-7EE7-7B17-4A2D24F1A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36B26-BC8A-4365-9662-12A9652A6E5B}" type="datetimeFigureOut">
              <a:rPr lang="pt-BR" smtClean="0"/>
              <a:t>27/02/2025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E4B0BA-71B9-7C72-C883-40753DCDC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15D6C9-0195-BE36-11FD-717FC8C96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652B5-DE35-48BC-B2A0-76E2FA620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8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javase/javase8-archive-downloads.html" TargetMode="External"/><Relationship Id="rId2" Type="http://schemas.openxmlformats.org/officeDocument/2006/relationships/hyperlink" Target="https://eclipseide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CA21B-F494-D665-CDB2-0716B3CAA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Orientada a Objetos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C71F16-022A-6D1F-2732-974069EEF5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2 – Professor Diogo Orlando Nunes de Almeida</a:t>
            </a:r>
          </a:p>
        </p:txBody>
      </p:sp>
    </p:spTree>
    <p:extLst>
      <p:ext uri="{BB962C8B-B14F-4D97-AF65-F5344CB8AC3E}">
        <p14:creationId xmlns:p14="http://schemas.microsoft.com/office/powerpoint/2010/main" val="336343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1319F-2BC9-C600-36BF-BC3AFF18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Baixando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95B87A-54F8-1B7B-1161-670674D17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Para baixar o eclipse: </a:t>
            </a:r>
            <a:r>
              <a:rPr lang="pt-BR" dirty="0">
                <a:hlinkClick r:id="rId2"/>
              </a:rPr>
              <a:t>https://eclipseide.org/</a:t>
            </a:r>
            <a:r>
              <a:rPr lang="pt-BR" dirty="0"/>
              <a:t>. Escolha IDE para Java </a:t>
            </a:r>
            <a:r>
              <a:rPr lang="pt-BR" dirty="0" err="1"/>
              <a:t>Developers</a:t>
            </a:r>
            <a:r>
              <a:rPr lang="pt-BR" dirty="0"/>
              <a:t>.</a:t>
            </a:r>
          </a:p>
          <a:p>
            <a:r>
              <a:rPr lang="pt-BR" dirty="0"/>
              <a:t>Para baixar a SDK: </a:t>
            </a:r>
            <a:r>
              <a:rPr lang="pt-BR" dirty="0">
                <a:hlinkClick r:id="rId3"/>
              </a:rPr>
              <a:t>https://www.oracle.com/java/technologies/javase/javase8-archive-downloads.html</a:t>
            </a:r>
            <a:endParaRPr lang="pt-BR" dirty="0"/>
          </a:p>
          <a:p>
            <a:r>
              <a:rPr lang="pt-BR" dirty="0"/>
              <a:t>Usaremos a versão do JDK 8 por ser melhor e ter as bibliotecas de uso geral.</a:t>
            </a:r>
          </a:p>
          <a:p>
            <a:r>
              <a:rPr lang="pt-BR" dirty="0"/>
              <a:t>Existe versões mais atualizadas, e essas atualizações tem seu lado positivo como mais segurança e eficiência e negativo como alteração de biblioteca e alteração de linguagem.</a:t>
            </a:r>
          </a:p>
          <a:p>
            <a:r>
              <a:rPr lang="pt-BR" dirty="0"/>
              <a:t>Ela é difícil de configurar.</a:t>
            </a:r>
          </a:p>
        </p:txBody>
      </p:sp>
    </p:spTree>
    <p:extLst>
      <p:ext uri="{BB962C8B-B14F-4D97-AF65-F5344CB8AC3E}">
        <p14:creationId xmlns:p14="http://schemas.microsoft.com/office/powerpoint/2010/main" val="4060347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792BE-8B17-BA74-BDC2-B0A97538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instalar a JDK e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A19BFE-7A40-8FE0-DBD8-53B859883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4812" y="5542820"/>
            <a:ext cx="5382376" cy="950055"/>
          </a:xfrm>
        </p:spPr>
        <p:txBody>
          <a:bodyPr/>
          <a:lstStyle/>
          <a:p>
            <a:r>
              <a:rPr lang="pt-BR" dirty="0"/>
              <a:t>Vá em </a:t>
            </a:r>
            <a:r>
              <a:rPr lang="pt-BR" dirty="0" err="1"/>
              <a:t>Window</a:t>
            </a:r>
            <a:r>
              <a:rPr lang="pt-BR" dirty="0"/>
              <a:t> -&gt; </a:t>
            </a:r>
            <a:r>
              <a:rPr lang="pt-BR" dirty="0" err="1"/>
              <a:t>Preferences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C51CA1B-6857-E7B3-83A2-972D77E8E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812" y="1829263"/>
            <a:ext cx="5382376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8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82BB6-34D1-4E6D-613D-2469D71E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instalar a JDK e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3CA154-F29F-05B2-98BA-9B56D5C9D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9459" y="3228996"/>
            <a:ext cx="5484341" cy="2091467"/>
          </a:xfrm>
        </p:spPr>
        <p:txBody>
          <a:bodyPr/>
          <a:lstStyle/>
          <a:p>
            <a:r>
              <a:rPr lang="pt-BR" dirty="0"/>
              <a:t>Escolha JAVA e </a:t>
            </a:r>
            <a:r>
              <a:rPr lang="pt-BR" dirty="0" err="1"/>
              <a:t>Installed</a:t>
            </a:r>
            <a:r>
              <a:rPr lang="pt-BR" dirty="0"/>
              <a:t> </a:t>
            </a:r>
            <a:r>
              <a:rPr lang="pt-BR" dirty="0" err="1"/>
              <a:t>JREs</a:t>
            </a:r>
            <a:r>
              <a:rPr lang="pt-BR" dirty="0"/>
              <a:t> no menu a esquerda.</a:t>
            </a:r>
          </a:p>
          <a:p>
            <a:r>
              <a:rPr lang="pt-BR" dirty="0"/>
              <a:t>Na tela que abrir clique em “</a:t>
            </a:r>
            <a:r>
              <a:rPr lang="pt-BR" dirty="0" err="1"/>
              <a:t>Add</a:t>
            </a:r>
            <a:r>
              <a:rPr lang="pt-BR" dirty="0"/>
              <a:t>...” na direita.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A5E7B28-01B7-AD82-6A1D-B309270E5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822677" cy="516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01B62-5C61-5622-9F4D-31478606F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instalar a JDK e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F1ACA0-E265-13A3-69FF-52AEA10C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150973"/>
            <a:ext cx="5257800" cy="531341"/>
          </a:xfrm>
        </p:spPr>
        <p:txBody>
          <a:bodyPr/>
          <a:lstStyle/>
          <a:p>
            <a:r>
              <a:rPr lang="pt-BR" dirty="0"/>
              <a:t>Clique em Standard VM.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3BFB9CD-BA5C-0CE1-E38F-D184C173C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7273"/>
            <a:ext cx="4867954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5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F6404-1530-04B6-4978-D4D53674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instalar a JDK e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E952AF-A4FD-22E3-E6F5-EAA8FF00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014140"/>
            <a:ext cx="5257800" cy="500450"/>
          </a:xfrm>
        </p:spPr>
        <p:txBody>
          <a:bodyPr/>
          <a:lstStyle/>
          <a:p>
            <a:r>
              <a:rPr lang="pt-BR" dirty="0"/>
              <a:t>Clique em </a:t>
            </a:r>
            <a:r>
              <a:rPr lang="pt-BR" dirty="0" err="1"/>
              <a:t>Directory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901FF3-162F-AA6D-1A46-0A8FB04F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08" y="1825625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29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1043A-8640-2603-4927-CAD0CC74F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instalar a JDK e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8BFB2E-F158-7BC8-EA9A-A181D0FA5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08935"/>
            <a:ext cx="10515599" cy="1683940"/>
          </a:xfrm>
        </p:spPr>
        <p:txBody>
          <a:bodyPr/>
          <a:lstStyle/>
          <a:p>
            <a:r>
              <a:rPr lang="pt-BR" dirty="0"/>
              <a:t>Escolha a pasta de instalação do JDK. C:\Program Files\Java\jdk1.8.0_202.</a:t>
            </a:r>
          </a:p>
          <a:p>
            <a:r>
              <a:rPr lang="pt-BR" dirty="0"/>
              <a:t>Na tela anterior clique em </a:t>
            </a:r>
            <a:r>
              <a:rPr lang="pt-BR" dirty="0" err="1"/>
              <a:t>finish</a:t>
            </a:r>
            <a:r>
              <a:rPr lang="pt-BR" dirty="0"/>
              <a:t> e na outra tela </a:t>
            </a:r>
            <a:r>
              <a:rPr lang="pt-BR" dirty="0" err="1"/>
              <a:t>Apply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Close.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626CA9-6B91-F86F-9AE5-4F1455A39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589" y="1825625"/>
            <a:ext cx="8192643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7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5BE7B-00B7-207D-93FC-072E248E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instalar a JDK e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22724D-04B1-9C13-B42F-E4305EC87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234877"/>
            <a:ext cx="5257800" cy="2173374"/>
          </a:xfrm>
        </p:spPr>
        <p:txBody>
          <a:bodyPr/>
          <a:lstStyle/>
          <a:p>
            <a:r>
              <a:rPr lang="pt-BR" dirty="0"/>
              <a:t>Terminando a configuração do JDK, clique em propriedades do projeto criado (nesse caso teste) em </a:t>
            </a:r>
            <a:r>
              <a:rPr lang="pt-BR" dirty="0" err="1"/>
              <a:t>Package</a:t>
            </a:r>
            <a:r>
              <a:rPr lang="pt-BR" dirty="0"/>
              <a:t> Explorer da tela principal.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E7F2E36-0978-10CF-DBFD-C250CE1AC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220" y="1785129"/>
            <a:ext cx="3253776" cy="507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FB20F-7733-693C-385B-035C4D880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instalar a JDK e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B14923-2CEA-81CC-91D9-64BA8CBC6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658997"/>
            <a:ext cx="5257800" cy="2684591"/>
          </a:xfrm>
        </p:spPr>
        <p:txBody>
          <a:bodyPr/>
          <a:lstStyle/>
          <a:p>
            <a:r>
              <a:rPr lang="pt-BR" dirty="0"/>
              <a:t>Na esquerda escolha Java Build Path.</a:t>
            </a:r>
          </a:p>
          <a:p>
            <a:r>
              <a:rPr lang="pt-BR" dirty="0"/>
              <a:t>Na tela a direita, remova tudo que existir, selecionando e clicando em remove, e depois clique em </a:t>
            </a:r>
            <a:r>
              <a:rPr lang="pt-BR" dirty="0" err="1"/>
              <a:t>Add</a:t>
            </a:r>
            <a:r>
              <a:rPr lang="pt-BR" dirty="0"/>
              <a:t> Library...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507378-0291-98B3-7A4F-B83A375DF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0800"/>
            <a:ext cx="5935529" cy="348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88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AACD2-7AD5-EC34-B34B-CF4BF220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instalar a JDK e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EDDC8D-C1DA-D74F-1204-125BC7060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497" y="3465663"/>
            <a:ext cx="5257800" cy="1078213"/>
          </a:xfrm>
        </p:spPr>
        <p:txBody>
          <a:bodyPr/>
          <a:lstStyle/>
          <a:p>
            <a:r>
              <a:rPr lang="pt-BR" dirty="0"/>
              <a:t>Clique em JRE System Library e depois Next.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23F180-397B-1969-F565-2D1CFDEAD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3106"/>
            <a:ext cx="4867954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20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3C517-8BF2-EE91-BB06-8BDD5B74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instalar a JDK e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E702C5-006E-E9AE-C69E-5989BFC65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338511"/>
            <a:ext cx="5257800" cy="1325564"/>
          </a:xfrm>
        </p:spPr>
        <p:txBody>
          <a:bodyPr/>
          <a:lstStyle/>
          <a:p>
            <a:r>
              <a:rPr lang="pt-BR" dirty="0"/>
              <a:t>Escolha JavaSE-1.8 e clique em </a:t>
            </a:r>
            <a:r>
              <a:rPr lang="pt-BR" dirty="0" err="1"/>
              <a:t>Finish</a:t>
            </a:r>
            <a:r>
              <a:rPr lang="pt-BR" dirty="0"/>
              <a:t> e depois na outra janela, </a:t>
            </a:r>
            <a:r>
              <a:rPr lang="pt-BR" dirty="0" err="1"/>
              <a:t>Apply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Close.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FB042E-6B7B-D736-BD62-7F7A0C534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3106"/>
            <a:ext cx="4839375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89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B61D0-C02C-C8EE-5263-C88430E1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Testando a configuração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23A831-577E-C9D9-42BB-9C1E26425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73643"/>
            <a:ext cx="5257800" cy="3015049"/>
          </a:xfrm>
        </p:spPr>
        <p:txBody>
          <a:bodyPr>
            <a:normAutofit/>
          </a:bodyPr>
          <a:lstStyle/>
          <a:p>
            <a:r>
              <a:rPr lang="pt-BR" dirty="0"/>
              <a:t>Ao executar o código ao lado deve aparecer a janela Formas.</a:t>
            </a:r>
          </a:p>
          <a:p>
            <a:r>
              <a:rPr lang="pt-BR" dirty="0"/>
              <a:t>Caso algum erro apareça, alguma configuração está errada.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4F8413-0525-2FFB-F1E9-6ADBB82FB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7" y="1825625"/>
            <a:ext cx="5947502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54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79559A-27C6-7239-A841-D94642BF1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665" y="307937"/>
            <a:ext cx="5122977" cy="6101915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Aqui tem o código para criar uma imagem a Java.</a:t>
            </a:r>
          </a:p>
          <a:p>
            <a:r>
              <a:rPr lang="pt-BR" dirty="0"/>
              <a:t>O Java AWT é bem antigo (1995), já existe algumas bibliotecas mais modernas, mas alguns conceitos dele são comuns a outras bibliotecas.</a:t>
            </a:r>
          </a:p>
          <a:p>
            <a:r>
              <a:rPr lang="pt-BR" dirty="0"/>
              <a:t>Criamos um </a:t>
            </a:r>
            <a:r>
              <a:rPr lang="pt-BR" dirty="0" err="1"/>
              <a:t>quadro_pintura</a:t>
            </a:r>
            <a:r>
              <a:rPr lang="pt-BR" dirty="0"/>
              <a:t> para desenhar algo, criamos um painel para colocar no quadro e criamos um pincel para desenhar no painel.</a:t>
            </a:r>
          </a:p>
          <a:p>
            <a:r>
              <a:rPr lang="pt-BR" dirty="0" err="1"/>
              <a:t>setColor</a:t>
            </a:r>
            <a:r>
              <a:rPr lang="pt-BR" dirty="0"/>
              <a:t> é usado para escolher uma cor, </a:t>
            </a:r>
            <a:r>
              <a:rPr lang="pt-BR" dirty="0" err="1"/>
              <a:t>fillOval</a:t>
            </a:r>
            <a:r>
              <a:rPr lang="pt-BR" dirty="0"/>
              <a:t> desenha um circulo, </a:t>
            </a:r>
            <a:r>
              <a:rPr lang="pt-BR" dirty="0" err="1"/>
              <a:t>fillRect</a:t>
            </a:r>
            <a:r>
              <a:rPr lang="pt-BR" dirty="0"/>
              <a:t> desenha retângulo e </a:t>
            </a:r>
            <a:r>
              <a:rPr lang="pt-BR" dirty="0" err="1"/>
              <a:t>fillPolygon</a:t>
            </a:r>
            <a:r>
              <a:rPr lang="pt-BR" dirty="0"/>
              <a:t> desenha um polígono.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D8E3C5-D8ED-E477-8BBC-304FFD5EF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94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33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B4A7-854C-FF12-D6E7-E9E02CE1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Inicialização de vetor x atribuição de vetor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EA2FBF-E0D2-73DF-B3B4-DF9B15308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51742"/>
            <a:ext cx="5257800" cy="3796577"/>
          </a:xfrm>
        </p:spPr>
        <p:txBody>
          <a:bodyPr/>
          <a:lstStyle/>
          <a:p>
            <a:r>
              <a:rPr lang="pt-BR" dirty="0"/>
              <a:t>Se for inicializado o vetor com os valores, não há a necessidade de instanciar o objeto, devido algo que será chamado de construtor.</a:t>
            </a:r>
          </a:p>
          <a:p>
            <a:r>
              <a:rPr lang="pt-BR" dirty="0"/>
              <a:t>Um ponto interessante é que não se imprime um vetor inteiro sem uma estrutura de repetição.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D288E2-69E2-CF56-1629-3B3A9F643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2908"/>
            <a:ext cx="4548612" cy="401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41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3BA93-4346-5541-119D-8725D847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</a:t>
            </a:r>
            <a:r>
              <a:rPr lang="pt-BR" dirty="0" err="1"/>
              <a:t>fx</a:t>
            </a:r>
            <a:r>
              <a:rPr lang="pt-BR" dirty="0"/>
              <a:t> (liberando acesso)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E66010-D83F-1848-C534-F005C260E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90804"/>
            <a:ext cx="5257800" cy="2503307"/>
          </a:xfrm>
        </p:spPr>
        <p:txBody>
          <a:bodyPr/>
          <a:lstStyle/>
          <a:p>
            <a:r>
              <a:rPr lang="pt-BR" dirty="0"/>
              <a:t>Por motivos de segurança o Java pode bloquear algumas bibliotecas, o </a:t>
            </a:r>
            <a:r>
              <a:rPr lang="pt-BR" dirty="0" err="1"/>
              <a:t>Javafx</a:t>
            </a:r>
            <a:r>
              <a:rPr lang="pt-BR" dirty="0"/>
              <a:t> está bloqueado por padrão.</a:t>
            </a:r>
          </a:p>
          <a:p>
            <a:r>
              <a:rPr lang="pt-BR" dirty="0"/>
              <a:t>Escolha a opção propriedades.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7B578E-445E-C1B6-9CFB-B37FE26F7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419" y="1377386"/>
            <a:ext cx="2896019" cy="533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37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CAEAD-9ACD-512A-6F42-A0AB55D7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</a:t>
            </a:r>
            <a:r>
              <a:rPr lang="pt-BR" dirty="0" err="1"/>
              <a:t>fx</a:t>
            </a:r>
            <a:r>
              <a:rPr lang="pt-BR" dirty="0"/>
              <a:t> (liberando acesso)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038C70-3E11-6E74-EA3F-881D8D628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55428"/>
            <a:ext cx="5257800" cy="2491732"/>
          </a:xfrm>
        </p:spPr>
        <p:txBody>
          <a:bodyPr/>
          <a:lstStyle/>
          <a:p>
            <a:r>
              <a:rPr lang="pt-BR" dirty="0"/>
              <a:t>Escolha Java Build Path, escolha a aba </a:t>
            </a:r>
            <a:r>
              <a:rPr lang="pt-BR" dirty="0" err="1"/>
              <a:t>libraries</a:t>
            </a:r>
            <a:r>
              <a:rPr lang="pt-BR" dirty="0"/>
              <a:t>, clique na flecha ao lado de JRE System Library, clique em Access </a:t>
            </a:r>
            <a:r>
              <a:rPr lang="pt-BR" dirty="0" err="1"/>
              <a:t>rules</a:t>
            </a:r>
            <a:r>
              <a:rPr lang="pt-BR" dirty="0"/>
              <a:t> e depois em </a:t>
            </a:r>
            <a:r>
              <a:rPr lang="pt-BR" dirty="0" err="1"/>
              <a:t>Edit</a:t>
            </a:r>
            <a:r>
              <a:rPr lang="pt-BR" dirty="0"/>
              <a:t>...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4F1D93-91AE-8C20-3CF5-5026BE30E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2326"/>
            <a:ext cx="6027104" cy="355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35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92B28-8D6E-E326-54A9-3534A6B3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</a:t>
            </a:r>
            <a:r>
              <a:rPr lang="pt-BR" dirty="0" err="1"/>
              <a:t>fx</a:t>
            </a:r>
            <a:r>
              <a:rPr lang="pt-BR" dirty="0"/>
              <a:t> (liberando acesso)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E02B46-2D40-85DD-B59E-BE98AC7BD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56323"/>
            <a:ext cx="5257800" cy="3087951"/>
          </a:xfrm>
        </p:spPr>
        <p:txBody>
          <a:bodyPr/>
          <a:lstStyle/>
          <a:p>
            <a:r>
              <a:rPr lang="pt-BR" dirty="0"/>
              <a:t>Em </a:t>
            </a:r>
            <a:r>
              <a:rPr lang="pt-BR" dirty="0" err="1"/>
              <a:t>type</a:t>
            </a:r>
            <a:r>
              <a:rPr lang="pt-BR" dirty="0"/>
              <a:t> Access </a:t>
            </a:r>
            <a:r>
              <a:rPr lang="pt-BR" dirty="0" err="1"/>
              <a:t>Rules</a:t>
            </a:r>
            <a:r>
              <a:rPr lang="pt-BR" dirty="0"/>
              <a:t>, clique em Access </a:t>
            </a:r>
            <a:r>
              <a:rPr lang="pt-BR" dirty="0" err="1"/>
              <a:t>Rules</a:t>
            </a:r>
            <a:r>
              <a:rPr lang="pt-BR" dirty="0"/>
              <a:t>, clique em </a:t>
            </a:r>
            <a:r>
              <a:rPr lang="pt-BR" dirty="0" err="1"/>
              <a:t>Add</a:t>
            </a:r>
            <a:r>
              <a:rPr lang="pt-BR" dirty="0"/>
              <a:t>..., escolha </a:t>
            </a:r>
            <a:r>
              <a:rPr lang="pt-BR" dirty="0" err="1"/>
              <a:t>resolution</a:t>
            </a:r>
            <a:r>
              <a:rPr lang="pt-BR" dirty="0"/>
              <a:t> como </a:t>
            </a:r>
            <a:r>
              <a:rPr lang="pt-BR" dirty="0" err="1"/>
              <a:t>Accessible</a:t>
            </a:r>
            <a:r>
              <a:rPr lang="pt-BR" dirty="0"/>
              <a:t>, digite me Rule </a:t>
            </a:r>
            <a:r>
              <a:rPr lang="pt-BR" dirty="0" err="1"/>
              <a:t>Pattern</a:t>
            </a:r>
            <a:r>
              <a:rPr lang="pt-BR" dirty="0"/>
              <a:t>: </a:t>
            </a:r>
            <a:r>
              <a:rPr lang="pt-BR" dirty="0" err="1"/>
              <a:t>javafx</a:t>
            </a:r>
            <a:r>
              <a:rPr lang="pt-BR" dirty="0"/>
              <a:t>/**, depois aperte ok, ok e </a:t>
            </a:r>
            <a:r>
              <a:rPr lang="pt-BR" dirty="0" err="1"/>
              <a:t>Apply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Close.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221664-007E-92A9-9281-C3179D1C0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56" y="2456323"/>
            <a:ext cx="5783782" cy="308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36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D06296-E1E7-F82F-92C1-A1A905FF5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450" y="989550"/>
            <a:ext cx="5257800" cy="495744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Das diversas opções existe o </a:t>
            </a:r>
            <a:r>
              <a:rPr lang="pt-BR" dirty="0" err="1"/>
              <a:t>javafx</a:t>
            </a:r>
            <a:r>
              <a:rPr lang="pt-BR" dirty="0"/>
              <a:t>, que é mais moderna (2008).</a:t>
            </a:r>
          </a:p>
          <a:p>
            <a:r>
              <a:rPr lang="pt-BR" dirty="0"/>
              <a:t>Aqui se ativa a Thread do </a:t>
            </a:r>
            <a:r>
              <a:rPr lang="pt-BR" dirty="0" err="1"/>
              <a:t>JavaFX</a:t>
            </a:r>
            <a:r>
              <a:rPr lang="pt-BR" dirty="0"/>
              <a:t>, depois cria um palco, nesse palco se cria os atores (formas geométrica), os atores são colocados no painel, esse painel é colocado em uma cena que é mostrado no palco.</a:t>
            </a:r>
          </a:p>
          <a:p>
            <a:r>
              <a:rPr lang="pt-BR" dirty="0"/>
              <a:t>Existe bibliotecas externas que podem ser melhores do que essas em certas funções.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0438F1B-03FB-854E-F727-AE1750F18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2" y="78546"/>
            <a:ext cx="6076144" cy="677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6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87B88-7735-F26B-A8A1-B10CF98DE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Comparando </a:t>
            </a:r>
            <a:r>
              <a:rPr lang="pt-BR" dirty="0" err="1"/>
              <a:t>JavaFX</a:t>
            </a:r>
            <a:r>
              <a:rPr lang="pt-BR" dirty="0"/>
              <a:t> e o AWT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66B7A9-3E74-A2B3-2553-67490B900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545" y="5167311"/>
            <a:ext cx="10584255" cy="1009652"/>
          </a:xfrm>
        </p:spPr>
        <p:txBody>
          <a:bodyPr/>
          <a:lstStyle/>
          <a:p>
            <a:r>
              <a:rPr lang="pt-BR" dirty="0"/>
              <a:t>A esquerda </a:t>
            </a:r>
            <a:r>
              <a:rPr lang="pt-BR" dirty="0" err="1"/>
              <a:t>JavaFX</a:t>
            </a:r>
            <a:r>
              <a:rPr lang="pt-BR" dirty="0"/>
              <a:t> e a direita o AWT.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0129F7-ED5E-EAAF-09DE-2A1045001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1847629"/>
            <a:ext cx="7516274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89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18DB4-0250-8686-E365-CF094575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Classe com FX de Base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D2993E-E10F-A000-DFFE-AB48EF834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pt-BR" dirty="0"/>
              <a:t>Essa classe é uma classe bem básica, sem um vetor de retângulos que poderiam ser desenhados na tela, desenhando um retângulo por vez em uma tela.</a:t>
            </a:r>
          </a:p>
          <a:p>
            <a:r>
              <a:rPr lang="pt-BR" dirty="0"/>
              <a:t>Se eu instanciar dois retângulos ele vai criar duas telas com cada uma com o seu retângulo.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47E56F-253C-836F-327E-CAC731DD1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5581"/>
            <a:ext cx="5920966" cy="325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33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A7434-D3D4-E9F6-2EC2-821CFB9D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Classe com FX de Base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046427-2B90-C60C-C358-E83551E8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695" y="3532635"/>
            <a:ext cx="5257800" cy="1008110"/>
          </a:xfrm>
        </p:spPr>
        <p:txBody>
          <a:bodyPr/>
          <a:lstStyle/>
          <a:p>
            <a:r>
              <a:rPr lang="pt-BR" dirty="0"/>
              <a:t>Aqui de dois retângulos criados em telas diferentes.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7A1C7C-33A3-03A7-FBA1-EFE918217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6114894" cy="469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30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9C896-DF35-CB26-F7AB-5C2BB56BA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097304-1DC8-A271-651B-2D966C418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1020"/>
            <a:ext cx="10515600" cy="1935178"/>
          </a:xfrm>
        </p:spPr>
        <p:txBody>
          <a:bodyPr>
            <a:normAutofit/>
          </a:bodyPr>
          <a:lstStyle/>
          <a:p>
            <a:r>
              <a:rPr lang="pt-BR" dirty="0"/>
              <a:t>Crie uma classe para desenhar triângulo usando qualquer uma das bibliotecas.</a:t>
            </a:r>
          </a:p>
          <a:p>
            <a:r>
              <a:rPr lang="pt-BR" dirty="0"/>
              <a:t>Crie uma classe para desenhar círculos usando qualquer uma das bibliotecas.</a:t>
            </a:r>
          </a:p>
        </p:txBody>
      </p:sp>
    </p:spTree>
    <p:extLst>
      <p:ext uri="{BB962C8B-B14F-4D97-AF65-F5344CB8AC3E}">
        <p14:creationId xmlns:p14="http://schemas.microsoft.com/office/powerpoint/2010/main" val="23118184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2238</TotalTime>
  <Words>770</Words>
  <Application>Microsoft Office PowerPoint</Application>
  <PresentationFormat>Widescreen</PresentationFormat>
  <Paragraphs>59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Tema do Office</vt:lpstr>
      <vt:lpstr>Programação Orientada a Objetos</vt:lpstr>
      <vt:lpstr>Baixando o eclipse</vt:lpstr>
      <vt:lpstr>Depois de instalar a JDK e o eclipse</vt:lpstr>
      <vt:lpstr>Depois de instalar a JDK e o eclipse</vt:lpstr>
      <vt:lpstr>Depois de instalar a JDK e o eclipse</vt:lpstr>
      <vt:lpstr>Depois de instalar a JDK e o eclipse</vt:lpstr>
      <vt:lpstr>Depois de instalar a JDK e o eclipse</vt:lpstr>
      <vt:lpstr>Depois de instalar a JDK e o eclipse</vt:lpstr>
      <vt:lpstr>Depois de instalar a JDK e o eclipse</vt:lpstr>
      <vt:lpstr>Depois de instalar a JDK e o eclipse</vt:lpstr>
      <vt:lpstr>Depois de instalar a JDK e o eclipse</vt:lpstr>
      <vt:lpstr>Testando a configuração</vt:lpstr>
      <vt:lpstr>Apresentação do PowerPoint</vt:lpstr>
      <vt:lpstr>Inicialização de vetor x atribuição de vetor</vt:lpstr>
      <vt:lpstr>Java fx (liberando acesso)</vt:lpstr>
      <vt:lpstr>Java fx (liberando acesso)</vt:lpstr>
      <vt:lpstr>Java fx (liberando acesso)</vt:lpstr>
      <vt:lpstr>Apresentação do PowerPoint</vt:lpstr>
      <vt:lpstr>Comparando JavaFX e o AWT</vt:lpstr>
      <vt:lpstr>Criando uma Classe com FX de Base</vt:lpstr>
      <vt:lpstr>Criando uma Classe com FX de Base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Diogo Orlando Nunes De Almeida</dc:creator>
  <cp:lastModifiedBy>Diogo Orlando Nunes De Almeida</cp:lastModifiedBy>
  <cp:revision>1</cp:revision>
  <dcterms:created xsi:type="dcterms:W3CDTF">2025-02-10T12:18:55Z</dcterms:created>
  <dcterms:modified xsi:type="dcterms:W3CDTF">2025-02-27T18:24:50Z</dcterms:modified>
</cp:coreProperties>
</file>